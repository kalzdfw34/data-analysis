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7721EA-2285-43DC-BAEB-CB181A87D12B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9FEB2E0-CA4D-45C8-8341-1AD1CC6DD5A2}">
      <dgm:prSet phldrT="[Text]"/>
      <dgm:spPr/>
      <dgm:t>
        <a:bodyPr/>
        <a:lstStyle/>
        <a:p>
          <a:r>
            <a:rPr lang="en-US" dirty="0"/>
            <a:t>Client Data</a:t>
          </a:r>
          <a:endParaRPr lang="en-IN" dirty="0"/>
        </a:p>
      </dgm:t>
    </dgm:pt>
    <dgm:pt modelId="{2781F5D5-062E-4222-97F4-925CA09C7804}" type="parTrans" cxnId="{93BF0318-0691-49A7-98E2-51BC13139169}">
      <dgm:prSet/>
      <dgm:spPr/>
      <dgm:t>
        <a:bodyPr/>
        <a:lstStyle/>
        <a:p>
          <a:endParaRPr lang="en-IN"/>
        </a:p>
      </dgm:t>
    </dgm:pt>
    <dgm:pt modelId="{EFBC5546-3AFE-4305-9D78-CD139AE4F655}" type="sibTrans" cxnId="{93BF0318-0691-49A7-98E2-51BC13139169}">
      <dgm:prSet/>
      <dgm:spPr/>
      <dgm:t>
        <a:bodyPr/>
        <a:lstStyle/>
        <a:p>
          <a:endParaRPr lang="en-IN"/>
        </a:p>
      </dgm:t>
    </dgm:pt>
    <dgm:pt modelId="{FBE034E9-DEBE-44E4-86F9-A475FA5DB490}">
      <dgm:prSet phldrT="[Text]"/>
      <dgm:spPr/>
      <dgm:t>
        <a:bodyPr/>
        <a:lstStyle/>
        <a:p>
          <a:r>
            <a:rPr lang="en-IN" b="1" dirty="0"/>
            <a:t>SKU Table</a:t>
          </a:r>
          <a:endParaRPr lang="en-IN" dirty="0"/>
        </a:p>
      </dgm:t>
    </dgm:pt>
    <dgm:pt modelId="{14025B3C-870E-406A-808E-E8A31D1B8E60}" type="parTrans" cxnId="{BE001D7E-B0E8-428D-9A26-068999639E66}">
      <dgm:prSet/>
      <dgm:spPr/>
      <dgm:t>
        <a:bodyPr/>
        <a:lstStyle/>
        <a:p>
          <a:endParaRPr lang="en-IN"/>
        </a:p>
      </dgm:t>
    </dgm:pt>
    <dgm:pt modelId="{5EAC07CC-4B73-4004-B8BC-ECE7929EF352}" type="sibTrans" cxnId="{BE001D7E-B0E8-428D-9A26-068999639E66}">
      <dgm:prSet/>
      <dgm:spPr/>
      <dgm:t>
        <a:bodyPr/>
        <a:lstStyle/>
        <a:p>
          <a:endParaRPr lang="en-IN"/>
        </a:p>
      </dgm:t>
    </dgm:pt>
    <dgm:pt modelId="{280982F9-FA76-4AA8-8D37-40175301CEB4}">
      <dgm:prSet phldrT="[Text]"/>
      <dgm:spPr/>
      <dgm:t>
        <a:bodyPr/>
        <a:lstStyle/>
        <a:p>
          <a:r>
            <a:rPr lang="en-IN" b="1" dirty="0"/>
            <a:t>PL Table</a:t>
          </a:r>
          <a:endParaRPr lang="en-IN" dirty="0"/>
        </a:p>
      </dgm:t>
    </dgm:pt>
    <dgm:pt modelId="{0D202F38-BAE4-45D8-B012-60AF78246B4D}" type="parTrans" cxnId="{4452FF43-FC55-42A4-B3A1-C28265951E31}">
      <dgm:prSet/>
      <dgm:spPr/>
      <dgm:t>
        <a:bodyPr/>
        <a:lstStyle/>
        <a:p>
          <a:endParaRPr lang="en-IN"/>
        </a:p>
      </dgm:t>
    </dgm:pt>
    <dgm:pt modelId="{2813EB0F-9A73-41F4-B8E5-8C5DD279CE8C}" type="sibTrans" cxnId="{4452FF43-FC55-42A4-B3A1-C28265951E31}">
      <dgm:prSet/>
      <dgm:spPr/>
      <dgm:t>
        <a:bodyPr/>
        <a:lstStyle/>
        <a:p>
          <a:endParaRPr lang="en-IN"/>
        </a:p>
      </dgm:t>
    </dgm:pt>
    <dgm:pt modelId="{1F3B4AE0-3696-479D-84B2-E27CE66BE438}">
      <dgm:prSet phldrT="[Text]" phldr="0"/>
      <dgm:spPr/>
      <dgm:t>
        <a:bodyPr/>
        <a:lstStyle/>
        <a:p>
          <a:r>
            <a:rPr lang="en-US" dirty="0"/>
            <a:t>Populated Data</a:t>
          </a:r>
          <a:endParaRPr lang="en-IN" dirty="0"/>
        </a:p>
      </dgm:t>
    </dgm:pt>
    <dgm:pt modelId="{6B6A145B-1DE4-4970-8CA2-5DF3D0A16457}" type="parTrans" cxnId="{95C416AA-143A-4F39-BB0E-4139CB2A3A85}">
      <dgm:prSet/>
      <dgm:spPr/>
      <dgm:t>
        <a:bodyPr/>
        <a:lstStyle/>
        <a:p>
          <a:endParaRPr lang="en-IN"/>
        </a:p>
      </dgm:t>
    </dgm:pt>
    <dgm:pt modelId="{3B533452-B7A0-437D-87A7-C4CF7D2C16CC}" type="sibTrans" cxnId="{95C416AA-143A-4F39-BB0E-4139CB2A3A85}">
      <dgm:prSet/>
      <dgm:spPr/>
      <dgm:t>
        <a:bodyPr/>
        <a:lstStyle/>
        <a:p>
          <a:endParaRPr lang="en-IN"/>
        </a:p>
      </dgm:t>
    </dgm:pt>
    <dgm:pt modelId="{4D2B61FD-9A86-4545-985C-5800309A00E0}">
      <dgm:prSet phldrT="[Text]"/>
      <dgm:spPr/>
      <dgm:t>
        <a:bodyPr/>
        <a:lstStyle/>
        <a:p>
          <a:pPr>
            <a:buNone/>
          </a:pPr>
          <a:r>
            <a:rPr lang="en-IN" b="1" dirty="0"/>
            <a:t>Category Mapping Table</a:t>
          </a:r>
          <a:endParaRPr lang="en-IN" dirty="0"/>
        </a:p>
      </dgm:t>
    </dgm:pt>
    <dgm:pt modelId="{5CBE2B9C-C3B8-462E-BDF6-C29F365B3234}" type="parTrans" cxnId="{4FF99223-4F3F-4615-A3C2-3FDA56F2AE53}">
      <dgm:prSet/>
      <dgm:spPr/>
      <dgm:t>
        <a:bodyPr/>
        <a:lstStyle/>
        <a:p>
          <a:endParaRPr lang="en-IN"/>
        </a:p>
      </dgm:t>
    </dgm:pt>
    <dgm:pt modelId="{F1E46D57-2846-44AB-BF93-A84AFD4EA482}" type="sibTrans" cxnId="{4FF99223-4F3F-4615-A3C2-3FDA56F2AE53}">
      <dgm:prSet/>
      <dgm:spPr/>
      <dgm:t>
        <a:bodyPr/>
        <a:lstStyle/>
        <a:p>
          <a:endParaRPr lang="en-IN"/>
        </a:p>
      </dgm:t>
    </dgm:pt>
    <dgm:pt modelId="{75EEF870-891B-410C-B333-508439425366}">
      <dgm:prSet phldrT="[Text]"/>
      <dgm:spPr/>
      <dgm:t>
        <a:bodyPr/>
        <a:lstStyle/>
        <a:p>
          <a:r>
            <a:rPr lang="en-IN" b="1" dirty="0"/>
            <a:t>Price List Table</a:t>
          </a:r>
          <a:endParaRPr lang="en-IN" dirty="0"/>
        </a:p>
      </dgm:t>
    </dgm:pt>
    <dgm:pt modelId="{13F2E251-FB5F-4D69-B855-2829B93EF94E}" type="parTrans" cxnId="{3F60F35F-DCA5-4975-B990-287272F6B711}">
      <dgm:prSet/>
      <dgm:spPr/>
      <dgm:t>
        <a:bodyPr/>
        <a:lstStyle/>
        <a:p>
          <a:endParaRPr lang="en-IN"/>
        </a:p>
      </dgm:t>
    </dgm:pt>
    <dgm:pt modelId="{5E35A6C0-FCD4-4E28-8777-F60126F55F4D}" type="sibTrans" cxnId="{3F60F35F-DCA5-4975-B990-287272F6B711}">
      <dgm:prSet/>
      <dgm:spPr/>
      <dgm:t>
        <a:bodyPr/>
        <a:lstStyle/>
        <a:p>
          <a:endParaRPr lang="en-IN"/>
        </a:p>
      </dgm:t>
    </dgm:pt>
    <dgm:pt modelId="{1BE74B1A-26C9-48D0-98C2-8A5944417EA8}">
      <dgm:prSet phldrT="[Text]"/>
      <dgm:spPr/>
      <dgm:t>
        <a:bodyPr/>
        <a:lstStyle/>
        <a:p>
          <a:r>
            <a:rPr lang="en-IN" b="1" dirty="0"/>
            <a:t>Seller Mapping Table</a:t>
          </a:r>
          <a:endParaRPr lang="en-IN" dirty="0"/>
        </a:p>
      </dgm:t>
    </dgm:pt>
    <dgm:pt modelId="{88D8FD97-DA91-4EDC-9333-26D95C01B115}" type="parTrans" cxnId="{B96EDFA1-B801-4909-8BAA-C0EFEAAB821C}">
      <dgm:prSet/>
      <dgm:spPr/>
      <dgm:t>
        <a:bodyPr/>
        <a:lstStyle/>
        <a:p>
          <a:endParaRPr lang="en-IN"/>
        </a:p>
      </dgm:t>
    </dgm:pt>
    <dgm:pt modelId="{60ADBA01-6984-4122-AF03-230C298053F9}" type="sibTrans" cxnId="{B96EDFA1-B801-4909-8BAA-C0EFEAAB821C}">
      <dgm:prSet/>
      <dgm:spPr/>
      <dgm:t>
        <a:bodyPr/>
        <a:lstStyle/>
        <a:p>
          <a:endParaRPr lang="en-IN"/>
        </a:p>
      </dgm:t>
    </dgm:pt>
    <dgm:pt modelId="{0073E3A6-C45C-46BC-8930-90BF861D2F01}">
      <dgm:prSet/>
      <dgm:spPr/>
      <dgm:t>
        <a:bodyPr/>
        <a:lstStyle/>
        <a:p>
          <a:pPr>
            <a:buNone/>
          </a:pPr>
          <a:r>
            <a:rPr lang="en-IN" b="1" dirty="0"/>
            <a:t>Promotion Table</a:t>
          </a:r>
          <a:endParaRPr lang="en-IN" dirty="0"/>
        </a:p>
      </dgm:t>
    </dgm:pt>
    <dgm:pt modelId="{874695DF-AC90-484D-90E4-5D2C8ACAE81C}" type="parTrans" cxnId="{2CD6008C-5028-4512-A6E2-8CE458D0C879}">
      <dgm:prSet/>
      <dgm:spPr/>
      <dgm:t>
        <a:bodyPr/>
        <a:lstStyle/>
        <a:p>
          <a:endParaRPr lang="en-IN"/>
        </a:p>
      </dgm:t>
    </dgm:pt>
    <dgm:pt modelId="{7DD01A36-35A7-427C-A036-84C6D6A01340}" type="sibTrans" cxnId="{2CD6008C-5028-4512-A6E2-8CE458D0C879}">
      <dgm:prSet/>
      <dgm:spPr/>
      <dgm:t>
        <a:bodyPr/>
        <a:lstStyle/>
        <a:p>
          <a:endParaRPr lang="en-IN"/>
        </a:p>
      </dgm:t>
    </dgm:pt>
    <dgm:pt modelId="{A8824A56-F443-4909-B742-D5937361F4E9}">
      <dgm:prSet/>
      <dgm:spPr/>
      <dgm:t>
        <a:bodyPr/>
        <a:lstStyle/>
        <a:p>
          <a:pPr>
            <a:buNone/>
          </a:pPr>
          <a:r>
            <a:rPr lang="en-IN" b="1" dirty="0"/>
            <a:t>Seller Table</a:t>
          </a:r>
          <a:endParaRPr lang="en-IN" dirty="0"/>
        </a:p>
      </dgm:t>
    </dgm:pt>
    <dgm:pt modelId="{282A9BE2-F59E-47DD-9B93-215883F799F3}" type="parTrans" cxnId="{2EACF357-79C6-40AE-9D64-591F0603B941}">
      <dgm:prSet/>
      <dgm:spPr/>
      <dgm:t>
        <a:bodyPr/>
        <a:lstStyle/>
        <a:p>
          <a:endParaRPr lang="en-IN"/>
        </a:p>
      </dgm:t>
    </dgm:pt>
    <dgm:pt modelId="{350CBB39-518E-451F-ACCC-EBC7EB923E0B}" type="sibTrans" cxnId="{2EACF357-79C6-40AE-9D64-591F0603B941}">
      <dgm:prSet/>
      <dgm:spPr/>
      <dgm:t>
        <a:bodyPr/>
        <a:lstStyle/>
        <a:p>
          <a:endParaRPr lang="en-IN"/>
        </a:p>
      </dgm:t>
    </dgm:pt>
    <dgm:pt modelId="{39848E96-195D-4CD9-824B-AF781CE19C33}">
      <dgm:prSet/>
      <dgm:spPr/>
      <dgm:t>
        <a:bodyPr/>
        <a:lstStyle/>
        <a:p>
          <a:pPr>
            <a:buNone/>
          </a:pPr>
          <a:r>
            <a:rPr lang="en-IN" b="1"/>
            <a:t>Price Monitoring Table:</a:t>
          </a:r>
          <a:endParaRPr lang="en-IN" dirty="0"/>
        </a:p>
      </dgm:t>
    </dgm:pt>
    <dgm:pt modelId="{D9611369-D72B-4A55-9AB8-7BA85DECC94E}" type="parTrans" cxnId="{AD50C816-1828-4711-B586-F46417A1D248}">
      <dgm:prSet/>
      <dgm:spPr/>
      <dgm:t>
        <a:bodyPr/>
        <a:lstStyle/>
        <a:p>
          <a:endParaRPr lang="en-IN"/>
        </a:p>
      </dgm:t>
    </dgm:pt>
    <dgm:pt modelId="{C2D2F48D-CB10-4006-9E4B-30B0C945061E}" type="sibTrans" cxnId="{AD50C816-1828-4711-B586-F46417A1D248}">
      <dgm:prSet/>
      <dgm:spPr/>
      <dgm:t>
        <a:bodyPr/>
        <a:lstStyle/>
        <a:p>
          <a:endParaRPr lang="en-IN"/>
        </a:p>
      </dgm:t>
    </dgm:pt>
    <dgm:pt modelId="{F366C915-0B2B-49AC-B049-496E66E503DA}" type="pres">
      <dgm:prSet presAssocID="{E77721EA-2285-43DC-BAEB-CB181A87D12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E5B246F-2AA6-4F86-B1B2-C2CBCE40BFBE}" type="pres">
      <dgm:prSet presAssocID="{79FEB2E0-CA4D-45C8-8341-1AD1CC6DD5A2}" presName="root" presStyleCnt="0"/>
      <dgm:spPr/>
    </dgm:pt>
    <dgm:pt modelId="{488DC739-4129-4B4D-83E5-E456B0D19A1D}" type="pres">
      <dgm:prSet presAssocID="{79FEB2E0-CA4D-45C8-8341-1AD1CC6DD5A2}" presName="rootComposite" presStyleCnt="0"/>
      <dgm:spPr/>
    </dgm:pt>
    <dgm:pt modelId="{2F19FD57-CDDB-4846-8BB8-42DA421F4681}" type="pres">
      <dgm:prSet presAssocID="{79FEB2E0-CA4D-45C8-8341-1AD1CC6DD5A2}" presName="rootText" presStyleLbl="node1" presStyleIdx="0" presStyleCnt="2"/>
      <dgm:spPr/>
    </dgm:pt>
    <dgm:pt modelId="{2A3B1345-9AC4-41D0-8850-DA22965A220D}" type="pres">
      <dgm:prSet presAssocID="{79FEB2E0-CA4D-45C8-8341-1AD1CC6DD5A2}" presName="rootConnector" presStyleLbl="node1" presStyleIdx="0" presStyleCnt="2"/>
      <dgm:spPr/>
    </dgm:pt>
    <dgm:pt modelId="{6BAF015D-7CE9-4C55-89B1-2F387189131A}" type="pres">
      <dgm:prSet presAssocID="{79FEB2E0-CA4D-45C8-8341-1AD1CC6DD5A2}" presName="childShape" presStyleCnt="0"/>
      <dgm:spPr/>
    </dgm:pt>
    <dgm:pt modelId="{8213B800-DD56-42D2-9255-170956AD5CB7}" type="pres">
      <dgm:prSet presAssocID="{14025B3C-870E-406A-808E-E8A31D1B8E60}" presName="Name13" presStyleLbl="parChTrans1D2" presStyleIdx="0" presStyleCnt="8"/>
      <dgm:spPr/>
    </dgm:pt>
    <dgm:pt modelId="{D621ECB3-61A9-4E9A-BBD7-479A1A0FCBD3}" type="pres">
      <dgm:prSet presAssocID="{FBE034E9-DEBE-44E4-86F9-A475FA5DB490}" presName="childText" presStyleLbl="bgAcc1" presStyleIdx="0" presStyleCnt="8">
        <dgm:presLayoutVars>
          <dgm:bulletEnabled val="1"/>
        </dgm:presLayoutVars>
      </dgm:prSet>
      <dgm:spPr/>
    </dgm:pt>
    <dgm:pt modelId="{28DBBDB2-61FD-4A4A-BFC6-2009A24B2EA7}" type="pres">
      <dgm:prSet presAssocID="{0D202F38-BAE4-45D8-B012-60AF78246B4D}" presName="Name13" presStyleLbl="parChTrans1D2" presStyleIdx="1" presStyleCnt="8"/>
      <dgm:spPr/>
    </dgm:pt>
    <dgm:pt modelId="{1BC89BAF-E800-468F-B12C-A9F35F647C7D}" type="pres">
      <dgm:prSet presAssocID="{280982F9-FA76-4AA8-8D37-40175301CEB4}" presName="childText" presStyleLbl="bgAcc1" presStyleIdx="1" presStyleCnt="8">
        <dgm:presLayoutVars>
          <dgm:bulletEnabled val="1"/>
        </dgm:presLayoutVars>
      </dgm:prSet>
      <dgm:spPr/>
    </dgm:pt>
    <dgm:pt modelId="{FCDA6C58-99DC-48F2-B650-4911EE70C136}" type="pres">
      <dgm:prSet presAssocID="{13F2E251-FB5F-4D69-B855-2829B93EF94E}" presName="Name13" presStyleLbl="parChTrans1D2" presStyleIdx="2" presStyleCnt="8"/>
      <dgm:spPr/>
    </dgm:pt>
    <dgm:pt modelId="{282ADCBE-3E4E-4BE6-A4F6-D7BA1109C87C}" type="pres">
      <dgm:prSet presAssocID="{75EEF870-891B-410C-B333-508439425366}" presName="childText" presStyleLbl="bgAcc1" presStyleIdx="2" presStyleCnt="8">
        <dgm:presLayoutVars>
          <dgm:bulletEnabled val="1"/>
        </dgm:presLayoutVars>
      </dgm:prSet>
      <dgm:spPr/>
    </dgm:pt>
    <dgm:pt modelId="{19E377D7-DFEC-4FFE-8A8B-810AD7DA07FA}" type="pres">
      <dgm:prSet presAssocID="{88D8FD97-DA91-4EDC-9333-26D95C01B115}" presName="Name13" presStyleLbl="parChTrans1D2" presStyleIdx="3" presStyleCnt="8"/>
      <dgm:spPr/>
    </dgm:pt>
    <dgm:pt modelId="{DF4ED966-0241-4C92-A747-B7FCF6C8FE17}" type="pres">
      <dgm:prSet presAssocID="{1BE74B1A-26C9-48D0-98C2-8A5944417EA8}" presName="childText" presStyleLbl="bgAcc1" presStyleIdx="3" presStyleCnt="8">
        <dgm:presLayoutVars>
          <dgm:bulletEnabled val="1"/>
        </dgm:presLayoutVars>
      </dgm:prSet>
      <dgm:spPr/>
    </dgm:pt>
    <dgm:pt modelId="{582036F4-098C-4C83-A72E-BCDA51AF5E2D}" type="pres">
      <dgm:prSet presAssocID="{1F3B4AE0-3696-479D-84B2-E27CE66BE438}" presName="root" presStyleCnt="0"/>
      <dgm:spPr/>
    </dgm:pt>
    <dgm:pt modelId="{8B466379-02D3-44A2-BFF3-BABF3A126587}" type="pres">
      <dgm:prSet presAssocID="{1F3B4AE0-3696-479D-84B2-E27CE66BE438}" presName="rootComposite" presStyleCnt="0"/>
      <dgm:spPr/>
    </dgm:pt>
    <dgm:pt modelId="{9820FE20-9158-4AEF-8773-B15140D1D73D}" type="pres">
      <dgm:prSet presAssocID="{1F3B4AE0-3696-479D-84B2-E27CE66BE438}" presName="rootText" presStyleLbl="node1" presStyleIdx="1" presStyleCnt="2"/>
      <dgm:spPr/>
    </dgm:pt>
    <dgm:pt modelId="{5F5DE58E-9CCE-4031-AE9D-EB556E575550}" type="pres">
      <dgm:prSet presAssocID="{1F3B4AE0-3696-479D-84B2-E27CE66BE438}" presName="rootConnector" presStyleLbl="node1" presStyleIdx="1" presStyleCnt="2"/>
      <dgm:spPr/>
    </dgm:pt>
    <dgm:pt modelId="{EF5E861A-5D31-4D3A-BD87-BBE06AEBC61B}" type="pres">
      <dgm:prSet presAssocID="{1F3B4AE0-3696-479D-84B2-E27CE66BE438}" presName="childShape" presStyleCnt="0"/>
      <dgm:spPr/>
    </dgm:pt>
    <dgm:pt modelId="{E7B91742-3E07-4429-A349-014B62B1DE65}" type="pres">
      <dgm:prSet presAssocID="{5CBE2B9C-C3B8-462E-BDF6-C29F365B3234}" presName="Name13" presStyleLbl="parChTrans1D2" presStyleIdx="4" presStyleCnt="8"/>
      <dgm:spPr/>
    </dgm:pt>
    <dgm:pt modelId="{E7EF1126-D97F-4292-B0F5-2DC46C389F5E}" type="pres">
      <dgm:prSet presAssocID="{4D2B61FD-9A86-4545-985C-5800309A00E0}" presName="childText" presStyleLbl="bgAcc1" presStyleIdx="4" presStyleCnt="8">
        <dgm:presLayoutVars>
          <dgm:bulletEnabled val="1"/>
        </dgm:presLayoutVars>
      </dgm:prSet>
      <dgm:spPr/>
    </dgm:pt>
    <dgm:pt modelId="{93B0921A-AE28-4B83-B40B-34EE06132CDA}" type="pres">
      <dgm:prSet presAssocID="{874695DF-AC90-484D-90E4-5D2C8ACAE81C}" presName="Name13" presStyleLbl="parChTrans1D2" presStyleIdx="5" presStyleCnt="8"/>
      <dgm:spPr/>
    </dgm:pt>
    <dgm:pt modelId="{E48D2FD4-B6B5-4277-81C3-2DFC841F8018}" type="pres">
      <dgm:prSet presAssocID="{0073E3A6-C45C-46BC-8930-90BF861D2F01}" presName="childText" presStyleLbl="bgAcc1" presStyleIdx="5" presStyleCnt="8">
        <dgm:presLayoutVars>
          <dgm:bulletEnabled val="1"/>
        </dgm:presLayoutVars>
      </dgm:prSet>
      <dgm:spPr/>
    </dgm:pt>
    <dgm:pt modelId="{4EA78973-89E1-444D-8185-CD2E69A82E82}" type="pres">
      <dgm:prSet presAssocID="{282A9BE2-F59E-47DD-9B93-215883F799F3}" presName="Name13" presStyleLbl="parChTrans1D2" presStyleIdx="6" presStyleCnt="8"/>
      <dgm:spPr/>
    </dgm:pt>
    <dgm:pt modelId="{B935E7BB-11AC-4B0C-B22A-B48E2E019FDD}" type="pres">
      <dgm:prSet presAssocID="{A8824A56-F443-4909-B742-D5937361F4E9}" presName="childText" presStyleLbl="bgAcc1" presStyleIdx="6" presStyleCnt="8">
        <dgm:presLayoutVars>
          <dgm:bulletEnabled val="1"/>
        </dgm:presLayoutVars>
      </dgm:prSet>
      <dgm:spPr/>
    </dgm:pt>
    <dgm:pt modelId="{79B07E63-1CC7-4F78-B7C2-A7E8D5EEFD29}" type="pres">
      <dgm:prSet presAssocID="{D9611369-D72B-4A55-9AB8-7BA85DECC94E}" presName="Name13" presStyleLbl="parChTrans1D2" presStyleIdx="7" presStyleCnt="8"/>
      <dgm:spPr/>
    </dgm:pt>
    <dgm:pt modelId="{A474A809-DC93-4C73-A8DE-1A6B6E24E187}" type="pres">
      <dgm:prSet presAssocID="{39848E96-195D-4CD9-824B-AF781CE19C33}" presName="childText" presStyleLbl="bgAcc1" presStyleIdx="7" presStyleCnt="8">
        <dgm:presLayoutVars>
          <dgm:bulletEnabled val="1"/>
        </dgm:presLayoutVars>
      </dgm:prSet>
      <dgm:spPr/>
    </dgm:pt>
  </dgm:ptLst>
  <dgm:cxnLst>
    <dgm:cxn modelId="{AD50C816-1828-4711-B586-F46417A1D248}" srcId="{1F3B4AE0-3696-479D-84B2-E27CE66BE438}" destId="{39848E96-195D-4CD9-824B-AF781CE19C33}" srcOrd="3" destOrd="0" parTransId="{D9611369-D72B-4A55-9AB8-7BA85DECC94E}" sibTransId="{C2D2F48D-CB10-4006-9E4B-30B0C945061E}"/>
    <dgm:cxn modelId="{93BF0318-0691-49A7-98E2-51BC13139169}" srcId="{E77721EA-2285-43DC-BAEB-CB181A87D12B}" destId="{79FEB2E0-CA4D-45C8-8341-1AD1CC6DD5A2}" srcOrd="0" destOrd="0" parTransId="{2781F5D5-062E-4222-97F4-925CA09C7804}" sibTransId="{EFBC5546-3AFE-4305-9D78-CD139AE4F655}"/>
    <dgm:cxn modelId="{4FF99223-4F3F-4615-A3C2-3FDA56F2AE53}" srcId="{1F3B4AE0-3696-479D-84B2-E27CE66BE438}" destId="{4D2B61FD-9A86-4545-985C-5800309A00E0}" srcOrd="0" destOrd="0" parTransId="{5CBE2B9C-C3B8-462E-BDF6-C29F365B3234}" sibTransId="{F1E46D57-2846-44AB-BF93-A84AFD4EA482}"/>
    <dgm:cxn modelId="{5B32AD23-E3A3-478E-B341-B23FB5ADCB96}" type="presOf" srcId="{1F3B4AE0-3696-479D-84B2-E27CE66BE438}" destId="{9820FE20-9158-4AEF-8773-B15140D1D73D}" srcOrd="0" destOrd="0" presId="urn:microsoft.com/office/officeart/2005/8/layout/hierarchy3"/>
    <dgm:cxn modelId="{E70DDC2D-2C0A-44BB-9C54-B0F1117E6FF2}" type="presOf" srcId="{0D202F38-BAE4-45D8-B012-60AF78246B4D}" destId="{28DBBDB2-61FD-4A4A-BFC6-2009A24B2EA7}" srcOrd="0" destOrd="0" presId="urn:microsoft.com/office/officeart/2005/8/layout/hierarchy3"/>
    <dgm:cxn modelId="{575BAD39-553D-4978-956A-8560096884CB}" type="presOf" srcId="{1F3B4AE0-3696-479D-84B2-E27CE66BE438}" destId="{5F5DE58E-9CCE-4031-AE9D-EB556E575550}" srcOrd="1" destOrd="0" presId="urn:microsoft.com/office/officeart/2005/8/layout/hierarchy3"/>
    <dgm:cxn modelId="{3F60F35F-DCA5-4975-B990-287272F6B711}" srcId="{79FEB2E0-CA4D-45C8-8341-1AD1CC6DD5A2}" destId="{75EEF870-891B-410C-B333-508439425366}" srcOrd="2" destOrd="0" parTransId="{13F2E251-FB5F-4D69-B855-2829B93EF94E}" sibTransId="{5E35A6C0-FCD4-4E28-8777-F60126F55F4D}"/>
    <dgm:cxn modelId="{4452FF43-FC55-42A4-B3A1-C28265951E31}" srcId="{79FEB2E0-CA4D-45C8-8341-1AD1CC6DD5A2}" destId="{280982F9-FA76-4AA8-8D37-40175301CEB4}" srcOrd="1" destOrd="0" parTransId="{0D202F38-BAE4-45D8-B012-60AF78246B4D}" sibTransId="{2813EB0F-9A73-41F4-B8E5-8C5DD279CE8C}"/>
    <dgm:cxn modelId="{6DC87B44-71B9-4984-AB3F-65CD7E2CBE27}" type="presOf" srcId="{5CBE2B9C-C3B8-462E-BDF6-C29F365B3234}" destId="{E7B91742-3E07-4429-A349-014B62B1DE65}" srcOrd="0" destOrd="0" presId="urn:microsoft.com/office/officeart/2005/8/layout/hierarchy3"/>
    <dgm:cxn modelId="{E67E8465-CFB7-41A2-A522-5EC57D78DD29}" type="presOf" srcId="{D9611369-D72B-4A55-9AB8-7BA85DECC94E}" destId="{79B07E63-1CC7-4F78-B7C2-A7E8D5EEFD29}" srcOrd="0" destOrd="0" presId="urn:microsoft.com/office/officeart/2005/8/layout/hierarchy3"/>
    <dgm:cxn modelId="{6BD45A69-3534-40A2-9942-F96F6D3EC591}" type="presOf" srcId="{14025B3C-870E-406A-808E-E8A31D1B8E60}" destId="{8213B800-DD56-42D2-9255-170956AD5CB7}" srcOrd="0" destOrd="0" presId="urn:microsoft.com/office/officeart/2005/8/layout/hierarchy3"/>
    <dgm:cxn modelId="{88E17974-5077-4635-B708-05520C91CA8F}" type="presOf" srcId="{A8824A56-F443-4909-B742-D5937361F4E9}" destId="{B935E7BB-11AC-4B0C-B22A-B48E2E019FDD}" srcOrd="0" destOrd="0" presId="urn:microsoft.com/office/officeart/2005/8/layout/hierarchy3"/>
    <dgm:cxn modelId="{2EACF357-79C6-40AE-9D64-591F0603B941}" srcId="{1F3B4AE0-3696-479D-84B2-E27CE66BE438}" destId="{A8824A56-F443-4909-B742-D5937361F4E9}" srcOrd="2" destOrd="0" parTransId="{282A9BE2-F59E-47DD-9B93-215883F799F3}" sibTransId="{350CBB39-518E-451F-ACCC-EBC7EB923E0B}"/>
    <dgm:cxn modelId="{BE001D7E-B0E8-428D-9A26-068999639E66}" srcId="{79FEB2E0-CA4D-45C8-8341-1AD1CC6DD5A2}" destId="{FBE034E9-DEBE-44E4-86F9-A475FA5DB490}" srcOrd="0" destOrd="0" parTransId="{14025B3C-870E-406A-808E-E8A31D1B8E60}" sibTransId="{5EAC07CC-4B73-4004-B8BC-ECE7929EF352}"/>
    <dgm:cxn modelId="{2C203483-03A5-46EA-8C84-D360B73C5530}" type="presOf" srcId="{79FEB2E0-CA4D-45C8-8341-1AD1CC6DD5A2}" destId="{2A3B1345-9AC4-41D0-8850-DA22965A220D}" srcOrd="1" destOrd="0" presId="urn:microsoft.com/office/officeart/2005/8/layout/hierarchy3"/>
    <dgm:cxn modelId="{2CD6008C-5028-4512-A6E2-8CE458D0C879}" srcId="{1F3B4AE0-3696-479D-84B2-E27CE66BE438}" destId="{0073E3A6-C45C-46BC-8930-90BF861D2F01}" srcOrd="1" destOrd="0" parTransId="{874695DF-AC90-484D-90E4-5D2C8ACAE81C}" sibTransId="{7DD01A36-35A7-427C-A036-84C6D6A01340}"/>
    <dgm:cxn modelId="{01BE588C-DE42-4170-8A29-57BCEBFD981C}" type="presOf" srcId="{E77721EA-2285-43DC-BAEB-CB181A87D12B}" destId="{F366C915-0B2B-49AC-B049-496E66E503DA}" srcOrd="0" destOrd="0" presId="urn:microsoft.com/office/officeart/2005/8/layout/hierarchy3"/>
    <dgm:cxn modelId="{8ACA4597-8147-433B-86DD-6C21D0637FB5}" type="presOf" srcId="{282A9BE2-F59E-47DD-9B93-215883F799F3}" destId="{4EA78973-89E1-444D-8185-CD2E69A82E82}" srcOrd="0" destOrd="0" presId="urn:microsoft.com/office/officeart/2005/8/layout/hierarchy3"/>
    <dgm:cxn modelId="{47666C9D-742C-4E5C-B7EE-F7AD9C8BBD8E}" type="presOf" srcId="{FBE034E9-DEBE-44E4-86F9-A475FA5DB490}" destId="{D621ECB3-61A9-4E9A-BBD7-479A1A0FCBD3}" srcOrd="0" destOrd="0" presId="urn:microsoft.com/office/officeart/2005/8/layout/hierarchy3"/>
    <dgm:cxn modelId="{B96EDFA1-B801-4909-8BAA-C0EFEAAB821C}" srcId="{79FEB2E0-CA4D-45C8-8341-1AD1CC6DD5A2}" destId="{1BE74B1A-26C9-48D0-98C2-8A5944417EA8}" srcOrd="3" destOrd="0" parTransId="{88D8FD97-DA91-4EDC-9333-26D95C01B115}" sibTransId="{60ADBA01-6984-4122-AF03-230C298053F9}"/>
    <dgm:cxn modelId="{978B07A2-DEE3-43F0-8D00-06A925CEB12E}" type="presOf" srcId="{280982F9-FA76-4AA8-8D37-40175301CEB4}" destId="{1BC89BAF-E800-468F-B12C-A9F35F647C7D}" srcOrd="0" destOrd="0" presId="urn:microsoft.com/office/officeart/2005/8/layout/hierarchy3"/>
    <dgm:cxn modelId="{95C416AA-143A-4F39-BB0E-4139CB2A3A85}" srcId="{E77721EA-2285-43DC-BAEB-CB181A87D12B}" destId="{1F3B4AE0-3696-479D-84B2-E27CE66BE438}" srcOrd="1" destOrd="0" parTransId="{6B6A145B-1DE4-4970-8CA2-5DF3D0A16457}" sibTransId="{3B533452-B7A0-437D-87A7-C4CF7D2C16CC}"/>
    <dgm:cxn modelId="{A2656EB0-95B5-4267-BB2F-95CD6ACD20CD}" type="presOf" srcId="{75EEF870-891B-410C-B333-508439425366}" destId="{282ADCBE-3E4E-4BE6-A4F6-D7BA1109C87C}" srcOrd="0" destOrd="0" presId="urn:microsoft.com/office/officeart/2005/8/layout/hierarchy3"/>
    <dgm:cxn modelId="{04379CB9-50D9-474A-B1D9-4B9AB54373C2}" type="presOf" srcId="{79FEB2E0-CA4D-45C8-8341-1AD1CC6DD5A2}" destId="{2F19FD57-CDDB-4846-8BB8-42DA421F4681}" srcOrd="0" destOrd="0" presId="urn:microsoft.com/office/officeart/2005/8/layout/hierarchy3"/>
    <dgm:cxn modelId="{7445ACBB-0404-438F-B5DC-873DD340D46C}" type="presOf" srcId="{4D2B61FD-9A86-4545-985C-5800309A00E0}" destId="{E7EF1126-D97F-4292-B0F5-2DC46C389F5E}" srcOrd="0" destOrd="0" presId="urn:microsoft.com/office/officeart/2005/8/layout/hierarchy3"/>
    <dgm:cxn modelId="{D55C6DBD-92DC-4D95-A507-B71A0549B562}" type="presOf" srcId="{13F2E251-FB5F-4D69-B855-2829B93EF94E}" destId="{FCDA6C58-99DC-48F2-B650-4911EE70C136}" srcOrd="0" destOrd="0" presId="urn:microsoft.com/office/officeart/2005/8/layout/hierarchy3"/>
    <dgm:cxn modelId="{F3E65BCA-02C3-4F46-8886-5619D32CE6E2}" type="presOf" srcId="{39848E96-195D-4CD9-824B-AF781CE19C33}" destId="{A474A809-DC93-4C73-A8DE-1A6B6E24E187}" srcOrd="0" destOrd="0" presId="urn:microsoft.com/office/officeart/2005/8/layout/hierarchy3"/>
    <dgm:cxn modelId="{107E05CB-5295-48D3-AA22-CFFEC1B5DC96}" type="presOf" srcId="{0073E3A6-C45C-46BC-8930-90BF861D2F01}" destId="{E48D2FD4-B6B5-4277-81C3-2DFC841F8018}" srcOrd="0" destOrd="0" presId="urn:microsoft.com/office/officeart/2005/8/layout/hierarchy3"/>
    <dgm:cxn modelId="{1B1AD4CB-414B-4479-9376-1339512F688F}" type="presOf" srcId="{1BE74B1A-26C9-48D0-98C2-8A5944417EA8}" destId="{DF4ED966-0241-4C92-A747-B7FCF6C8FE17}" srcOrd="0" destOrd="0" presId="urn:microsoft.com/office/officeart/2005/8/layout/hierarchy3"/>
    <dgm:cxn modelId="{6DFBC0E8-4567-4FEF-8536-D19290B81071}" type="presOf" srcId="{88D8FD97-DA91-4EDC-9333-26D95C01B115}" destId="{19E377D7-DFEC-4FFE-8A8B-810AD7DA07FA}" srcOrd="0" destOrd="0" presId="urn:microsoft.com/office/officeart/2005/8/layout/hierarchy3"/>
    <dgm:cxn modelId="{FA1A62ED-6810-4446-BF82-685F7C0C8BB5}" type="presOf" srcId="{874695DF-AC90-484D-90E4-5D2C8ACAE81C}" destId="{93B0921A-AE28-4B83-B40B-34EE06132CDA}" srcOrd="0" destOrd="0" presId="urn:microsoft.com/office/officeart/2005/8/layout/hierarchy3"/>
    <dgm:cxn modelId="{C2CF4C4C-AF9F-49BD-B689-4A2DDAFBAD49}" type="presParOf" srcId="{F366C915-0B2B-49AC-B049-496E66E503DA}" destId="{5E5B246F-2AA6-4F86-B1B2-C2CBCE40BFBE}" srcOrd="0" destOrd="0" presId="urn:microsoft.com/office/officeart/2005/8/layout/hierarchy3"/>
    <dgm:cxn modelId="{F4109849-37AF-4A6E-987E-BE0F86B04696}" type="presParOf" srcId="{5E5B246F-2AA6-4F86-B1B2-C2CBCE40BFBE}" destId="{488DC739-4129-4B4D-83E5-E456B0D19A1D}" srcOrd="0" destOrd="0" presId="urn:microsoft.com/office/officeart/2005/8/layout/hierarchy3"/>
    <dgm:cxn modelId="{96EC58EC-0758-46C0-8D1E-3410EBC382E5}" type="presParOf" srcId="{488DC739-4129-4B4D-83E5-E456B0D19A1D}" destId="{2F19FD57-CDDB-4846-8BB8-42DA421F4681}" srcOrd="0" destOrd="0" presId="urn:microsoft.com/office/officeart/2005/8/layout/hierarchy3"/>
    <dgm:cxn modelId="{65858655-B03D-455A-9D25-B0F15045B443}" type="presParOf" srcId="{488DC739-4129-4B4D-83E5-E456B0D19A1D}" destId="{2A3B1345-9AC4-41D0-8850-DA22965A220D}" srcOrd="1" destOrd="0" presId="urn:microsoft.com/office/officeart/2005/8/layout/hierarchy3"/>
    <dgm:cxn modelId="{7EE9CF9E-8AB8-4C8D-B06B-C3F0B6EE9081}" type="presParOf" srcId="{5E5B246F-2AA6-4F86-B1B2-C2CBCE40BFBE}" destId="{6BAF015D-7CE9-4C55-89B1-2F387189131A}" srcOrd="1" destOrd="0" presId="urn:microsoft.com/office/officeart/2005/8/layout/hierarchy3"/>
    <dgm:cxn modelId="{65040B22-F6D6-4676-B119-F27966E3F730}" type="presParOf" srcId="{6BAF015D-7CE9-4C55-89B1-2F387189131A}" destId="{8213B800-DD56-42D2-9255-170956AD5CB7}" srcOrd="0" destOrd="0" presId="urn:microsoft.com/office/officeart/2005/8/layout/hierarchy3"/>
    <dgm:cxn modelId="{B401A55E-419A-4E0E-8B7C-0A9AB6B25055}" type="presParOf" srcId="{6BAF015D-7CE9-4C55-89B1-2F387189131A}" destId="{D621ECB3-61A9-4E9A-BBD7-479A1A0FCBD3}" srcOrd="1" destOrd="0" presId="urn:microsoft.com/office/officeart/2005/8/layout/hierarchy3"/>
    <dgm:cxn modelId="{5BE61871-102B-4D9A-9A95-F9E12D112E3C}" type="presParOf" srcId="{6BAF015D-7CE9-4C55-89B1-2F387189131A}" destId="{28DBBDB2-61FD-4A4A-BFC6-2009A24B2EA7}" srcOrd="2" destOrd="0" presId="urn:microsoft.com/office/officeart/2005/8/layout/hierarchy3"/>
    <dgm:cxn modelId="{D5AECCB1-883D-4836-BF24-24C7CD0FF712}" type="presParOf" srcId="{6BAF015D-7CE9-4C55-89B1-2F387189131A}" destId="{1BC89BAF-E800-468F-B12C-A9F35F647C7D}" srcOrd="3" destOrd="0" presId="urn:microsoft.com/office/officeart/2005/8/layout/hierarchy3"/>
    <dgm:cxn modelId="{EDD70648-31A3-4BA1-B909-E71FDB9919E5}" type="presParOf" srcId="{6BAF015D-7CE9-4C55-89B1-2F387189131A}" destId="{FCDA6C58-99DC-48F2-B650-4911EE70C136}" srcOrd="4" destOrd="0" presId="urn:microsoft.com/office/officeart/2005/8/layout/hierarchy3"/>
    <dgm:cxn modelId="{DD00421C-766E-4CCA-B398-23E475D5438F}" type="presParOf" srcId="{6BAF015D-7CE9-4C55-89B1-2F387189131A}" destId="{282ADCBE-3E4E-4BE6-A4F6-D7BA1109C87C}" srcOrd="5" destOrd="0" presId="urn:microsoft.com/office/officeart/2005/8/layout/hierarchy3"/>
    <dgm:cxn modelId="{1464108D-E181-40F3-8B6C-CBEEA0C3932D}" type="presParOf" srcId="{6BAF015D-7CE9-4C55-89B1-2F387189131A}" destId="{19E377D7-DFEC-4FFE-8A8B-810AD7DA07FA}" srcOrd="6" destOrd="0" presId="urn:microsoft.com/office/officeart/2005/8/layout/hierarchy3"/>
    <dgm:cxn modelId="{724BA7F3-44D8-4E63-875A-50E896DEB375}" type="presParOf" srcId="{6BAF015D-7CE9-4C55-89B1-2F387189131A}" destId="{DF4ED966-0241-4C92-A747-B7FCF6C8FE17}" srcOrd="7" destOrd="0" presId="urn:microsoft.com/office/officeart/2005/8/layout/hierarchy3"/>
    <dgm:cxn modelId="{CCF312C8-0954-441B-835D-A6DC8119B66E}" type="presParOf" srcId="{F366C915-0B2B-49AC-B049-496E66E503DA}" destId="{582036F4-098C-4C83-A72E-BCDA51AF5E2D}" srcOrd="1" destOrd="0" presId="urn:microsoft.com/office/officeart/2005/8/layout/hierarchy3"/>
    <dgm:cxn modelId="{8FC31B94-C92D-4176-BC1B-39C229495E82}" type="presParOf" srcId="{582036F4-098C-4C83-A72E-BCDA51AF5E2D}" destId="{8B466379-02D3-44A2-BFF3-BABF3A126587}" srcOrd="0" destOrd="0" presId="urn:microsoft.com/office/officeart/2005/8/layout/hierarchy3"/>
    <dgm:cxn modelId="{8C7C1CA6-AAA9-46B0-A04E-01C1FFA85D88}" type="presParOf" srcId="{8B466379-02D3-44A2-BFF3-BABF3A126587}" destId="{9820FE20-9158-4AEF-8773-B15140D1D73D}" srcOrd="0" destOrd="0" presId="urn:microsoft.com/office/officeart/2005/8/layout/hierarchy3"/>
    <dgm:cxn modelId="{0BCD3FB7-DAD5-492B-B223-B54192158EB4}" type="presParOf" srcId="{8B466379-02D3-44A2-BFF3-BABF3A126587}" destId="{5F5DE58E-9CCE-4031-AE9D-EB556E575550}" srcOrd="1" destOrd="0" presId="urn:microsoft.com/office/officeart/2005/8/layout/hierarchy3"/>
    <dgm:cxn modelId="{BBDD7D32-FA37-4FB9-AF24-91CAA71BC22D}" type="presParOf" srcId="{582036F4-098C-4C83-A72E-BCDA51AF5E2D}" destId="{EF5E861A-5D31-4D3A-BD87-BBE06AEBC61B}" srcOrd="1" destOrd="0" presId="urn:microsoft.com/office/officeart/2005/8/layout/hierarchy3"/>
    <dgm:cxn modelId="{BC9B26DF-C85A-4F91-A4ED-87B808963116}" type="presParOf" srcId="{EF5E861A-5D31-4D3A-BD87-BBE06AEBC61B}" destId="{E7B91742-3E07-4429-A349-014B62B1DE65}" srcOrd="0" destOrd="0" presId="urn:microsoft.com/office/officeart/2005/8/layout/hierarchy3"/>
    <dgm:cxn modelId="{DBB4D446-AA7B-4577-9898-3929E7A72004}" type="presParOf" srcId="{EF5E861A-5D31-4D3A-BD87-BBE06AEBC61B}" destId="{E7EF1126-D97F-4292-B0F5-2DC46C389F5E}" srcOrd="1" destOrd="0" presId="urn:microsoft.com/office/officeart/2005/8/layout/hierarchy3"/>
    <dgm:cxn modelId="{313C516C-126C-4BDF-9B0A-95BBD4A9B3B8}" type="presParOf" srcId="{EF5E861A-5D31-4D3A-BD87-BBE06AEBC61B}" destId="{93B0921A-AE28-4B83-B40B-34EE06132CDA}" srcOrd="2" destOrd="0" presId="urn:microsoft.com/office/officeart/2005/8/layout/hierarchy3"/>
    <dgm:cxn modelId="{5BAAAAC4-D77D-486B-81A4-4A16531173BA}" type="presParOf" srcId="{EF5E861A-5D31-4D3A-BD87-BBE06AEBC61B}" destId="{E48D2FD4-B6B5-4277-81C3-2DFC841F8018}" srcOrd="3" destOrd="0" presId="urn:microsoft.com/office/officeart/2005/8/layout/hierarchy3"/>
    <dgm:cxn modelId="{4A08209D-A6B4-47DA-930F-050A3A22E5C8}" type="presParOf" srcId="{EF5E861A-5D31-4D3A-BD87-BBE06AEBC61B}" destId="{4EA78973-89E1-444D-8185-CD2E69A82E82}" srcOrd="4" destOrd="0" presId="urn:microsoft.com/office/officeart/2005/8/layout/hierarchy3"/>
    <dgm:cxn modelId="{B762B6F8-8924-445C-9DE2-8721171CEE06}" type="presParOf" srcId="{EF5E861A-5D31-4D3A-BD87-BBE06AEBC61B}" destId="{B935E7BB-11AC-4B0C-B22A-B48E2E019FDD}" srcOrd="5" destOrd="0" presId="urn:microsoft.com/office/officeart/2005/8/layout/hierarchy3"/>
    <dgm:cxn modelId="{DDCD86EC-399D-48F6-9C7F-B89000B8371E}" type="presParOf" srcId="{EF5E861A-5D31-4D3A-BD87-BBE06AEBC61B}" destId="{79B07E63-1CC7-4F78-B7C2-A7E8D5EEFD29}" srcOrd="6" destOrd="0" presId="urn:microsoft.com/office/officeart/2005/8/layout/hierarchy3"/>
    <dgm:cxn modelId="{7AD7225D-1314-4841-A789-50EE8379AFF2}" type="presParOf" srcId="{EF5E861A-5D31-4D3A-BD87-BBE06AEBC61B}" destId="{A474A809-DC93-4C73-A8DE-1A6B6E24E187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7721EA-2285-43DC-BAEB-CB181A87D12B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9FEB2E0-CA4D-45C8-8341-1AD1CC6DD5A2}">
      <dgm:prSet phldrT="[Text]"/>
      <dgm:spPr/>
      <dgm:t>
        <a:bodyPr/>
        <a:lstStyle/>
        <a:p>
          <a:r>
            <a:rPr lang="en-US" dirty="0"/>
            <a:t>Client Data</a:t>
          </a:r>
          <a:endParaRPr lang="en-IN" dirty="0"/>
        </a:p>
      </dgm:t>
    </dgm:pt>
    <dgm:pt modelId="{2781F5D5-062E-4222-97F4-925CA09C7804}" type="parTrans" cxnId="{93BF0318-0691-49A7-98E2-51BC13139169}">
      <dgm:prSet/>
      <dgm:spPr/>
      <dgm:t>
        <a:bodyPr/>
        <a:lstStyle/>
        <a:p>
          <a:endParaRPr lang="en-IN"/>
        </a:p>
      </dgm:t>
    </dgm:pt>
    <dgm:pt modelId="{EFBC5546-3AFE-4305-9D78-CD139AE4F655}" type="sibTrans" cxnId="{93BF0318-0691-49A7-98E2-51BC13139169}">
      <dgm:prSet/>
      <dgm:spPr/>
      <dgm:t>
        <a:bodyPr/>
        <a:lstStyle/>
        <a:p>
          <a:endParaRPr lang="en-IN"/>
        </a:p>
      </dgm:t>
    </dgm:pt>
    <dgm:pt modelId="{FBE034E9-DEBE-44E4-86F9-A475FA5DB490}">
      <dgm:prSet phldrT="[Text]"/>
      <dgm:spPr/>
      <dgm:t>
        <a:bodyPr/>
        <a:lstStyle/>
        <a:p>
          <a:r>
            <a:rPr lang="en-IN" b="1" dirty="0"/>
            <a:t>SKU Table</a:t>
          </a:r>
          <a:endParaRPr lang="en-IN" dirty="0"/>
        </a:p>
      </dgm:t>
    </dgm:pt>
    <dgm:pt modelId="{14025B3C-870E-406A-808E-E8A31D1B8E60}" type="parTrans" cxnId="{BE001D7E-B0E8-428D-9A26-068999639E66}">
      <dgm:prSet/>
      <dgm:spPr/>
      <dgm:t>
        <a:bodyPr/>
        <a:lstStyle/>
        <a:p>
          <a:endParaRPr lang="en-IN"/>
        </a:p>
      </dgm:t>
    </dgm:pt>
    <dgm:pt modelId="{5EAC07CC-4B73-4004-B8BC-ECE7929EF352}" type="sibTrans" cxnId="{BE001D7E-B0E8-428D-9A26-068999639E66}">
      <dgm:prSet/>
      <dgm:spPr/>
      <dgm:t>
        <a:bodyPr/>
        <a:lstStyle/>
        <a:p>
          <a:endParaRPr lang="en-IN"/>
        </a:p>
      </dgm:t>
    </dgm:pt>
    <dgm:pt modelId="{280982F9-FA76-4AA8-8D37-40175301CEB4}">
      <dgm:prSet phldrT="[Text]"/>
      <dgm:spPr/>
      <dgm:t>
        <a:bodyPr/>
        <a:lstStyle/>
        <a:p>
          <a:r>
            <a:rPr lang="en-IN" b="1" dirty="0"/>
            <a:t>PL Table</a:t>
          </a:r>
          <a:endParaRPr lang="en-IN" dirty="0"/>
        </a:p>
      </dgm:t>
    </dgm:pt>
    <dgm:pt modelId="{0D202F38-BAE4-45D8-B012-60AF78246B4D}" type="parTrans" cxnId="{4452FF43-FC55-42A4-B3A1-C28265951E31}">
      <dgm:prSet/>
      <dgm:spPr/>
      <dgm:t>
        <a:bodyPr/>
        <a:lstStyle/>
        <a:p>
          <a:endParaRPr lang="en-IN"/>
        </a:p>
      </dgm:t>
    </dgm:pt>
    <dgm:pt modelId="{2813EB0F-9A73-41F4-B8E5-8C5DD279CE8C}" type="sibTrans" cxnId="{4452FF43-FC55-42A4-B3A1-C28265951E31}">
      <dgm:prSet/>
      <dgm:spPr/>
      <dgm:t>
        <a:bodyPr/>
        <a:lstStyle/>
        <a:p>
          <a:endParaRPr lang="en-IN"/>
        </a:p>
      </dgm:t>
    </dgm:pt>
    <dgm:pt modelId="{1F3B4AE0-3696-479D-84B2-E27CE66BE438}">
      <dgm:prSet phldrT="[Text]" phldr="0"/>
      <dgm:spPr/>
      <dgm:t>
        <a:bodyPr/>
        <a:lstStyle/>
        <a:p>
          <a:r>
            <a:rPr lang="en-US" dirty="0"/>
            <a:t>Populated Data</a:t>
          </a:r>
          <a:endParaRPr lang="en-IN" dirty="0"/>
        </a:p>
      </dgm:t>
    </dgm:pt>
    <dgm:pt modelId="{6B6A145B-1DE4-4970-8CA2-5DF3D0A16457}" type="parTrans" cxnId="{95C416AA-143A-4F39-BB0E-4139CB2A3A85}">
      <dgm:prSet/>
      <dgm:spPr/>
      <dgm:t>
        <a:bodyPr/>
        <a:lstStyle/>
        <a:p>
          <a:endParaRPr lang="en-IN"/>
        </a:p>
      </dgm:t>
    </dgm:pt>
    <dgm:pt modelId="{3B533452-B7A0-437D-87A7-C4CF7D2C16CC}" type="sibTrans" cxnId="{95C416AA-143A-4F39-BB0E-4139CB2A3A85}">
      <dgm:prSet/>
      <dgm:spPr/>
      <dgm:t>
        <a:bodyPr/>
        <a:lstStyle/>
        <a:p>
          <a:endParaRPr lang="en-IN"/>
        </a:p>
      </dgm:t>
    </dgm:pt>
    <dgm:pt modelId="{4D2B61FD-9A86-4545-985C-5800309A00E0}">
      <dgm:prSet phldrT="[Text]"/>
      <dgm:spPr/>
      <dgm:t>
        <a:bodyPr/>
        <a:lstStyle/>
        <a:p>
          <a:pPr>
            <a:buNone/>
          </a:pPr>
          <a:r>
            <a:rPr lang="en-IN" b="1" dirty="0"/>
            <a:t>Category Mapping Table</a:t>
          </a:r>
          <a:endParaRPr lang="en-IN" dirty="0"/>
        </a:p>
      </dgm:t>
    </dgm:pt>
    <dgm:pt modelId="{5CBE2B9C-C3B8-462E-BDF6-C29F365B3234}" type="parTrans" cxnId="{4FF99223-4F3F-4615-A3C2-3FDA56F2AE53}">
      <dgm:prSet/>
      <dgm:spPr/>
      <dgm:t>
        <a:bodyPr/>
        <a:lstStyle/>
        <a:p>
          <a:endParaRPr lang="en-IN"/>
        </a:p>
      </dgm:t>
    </dgm:pt>
    <dgm:pt modelId="{F1E46D57-2846-44AB-BF93-A84AFD4EA482}" type="sibTrans" cxnId="{4FF99223-4F3F-4615-A3C2-3FDA56F2AE53}">
      <dgm:prSet/>
      <dgm:spPr/>
      <dgm:t>
        <a:bodyPr/>
        <a:lstStyle/>
        <a:p>
          <a:endParaRPr lang="en-IN"/>
        </a:p>
      </dgm:t>
    </dgm:pt>
    <dgm:pt modelId="{75EEF870-891B-410C-B333-508439425366}">
      <dgm:prSet phldrT="[Text]"/>
      <dgm:spPr/>
      <dgm:t>
        <a:bodyPr/>
        <a:lstStyle/>
        <a:p>
          <a:r>
            <a:rPr lang="en-IN" b="1" dirty="0"/>
            <a:t>Price List Table</a:t>
          </a:r>
          <a:endParaRPr lang="en-IN" dirty="0"/>
        </a:p>
      </dgm:t>
    </dgm:pt>
    <dgm:pt modelId="{13F2E251-FB5F-4D69-B855-2829B93EF94E}" type="parTrans" cxnId="{3F60F35F-DCA5-4975-B990-287272F6B711}">
      <dgm:prSet/>
      <dgm:spPr/>
      <dgm:t>
        <a:bodyPr/>
        <a:lstStyle/>
        <a:p>
          <a:endParaRPr lang="en-IN"/>
        </a:p>
      </dgm:t>
    </dgm:pt>
    <dgm:pt modelId="{5E35A6C0-FCD4-4E28-8777-F60126F55F4D}" type="sibTrans" cxnId="{3F60F35F-DCA5-4975-B990-287272F6B711}">
      <dgm:prSet/>
      <dgm:spPr/>
      <dgm:t>
        <a:bodyPr/>
        <a:lstStyle/>
        <a:p>
          <a:endParaRPr lang="en-IN"/>
        </a:p>
      </dgm:t>
    </dgm:pt>
    <dgm:pt modelId="{1BE74B1A-26C9-48D0-98C2-8A5944417EA8}">
      <dgm:prSet phldrT="[Text]"/>
      <dgm:spPr/>
      <dgm:t>
        <a:bodyPr/>
        <a:lstStyle/>
        <a:p>
          <a:r>
            <a:rPr lang="en-IN" b="1" dirty="0"/>
            <a:t>Seller Mapping Table</a:t>
          </a:r>
          <a:endParaRPr lang="en-IN" dirty="0"/>
        </a:p>
      </dgm:t>
    </dgm:pt>
    <dgm:pt modelId="{88D8FD97-DA91-4EDC-9333-26D95C01B115}" type="parTrans" cxnId="{B96EDFA1-B801-4909-8BAA-C0EFEAAB821C}">
      <dgm:prSet/>
      <dgm:spPr/>
      <dgm:t>
        <a:bodyPr/>
        <a:lstStyle/>
        <a:p>
          <a:endParaRPr lang="en-IN"/>
        </a:p>
      </dgm:t>
    </dgm:pt>
    <dgm:pt modelId="{60ADBA01-6984-4122-AF03-230C298053F9}" type="sibTrans" cxnId="{B96EDFA1-B801-4909-8BAA-C0EFEAAB821C}">
      <dgm:prSet/>
      <dgm:spPr/>
      <dgm:t>
        <a:bodyPr/>
        <a:lstStyle/>
        <a:p>
          <a:endParaRPr lang="en-IN"/>
        </a:p>
      </dgm:t>
    </dgm:pt>
    <dgm:pt modelId="{0073E3A6-C45C-46BC-8930-90BF861D2F01}">
      <dgm:prSet/>
      <dgm:spPr/>
      <dgm:t>
        <a:bodyPr/>
        <a:lstStyle/>
        <a:p>
          <a:pPr>
            <a:buNone/>
          </a:pPr>
          <a:r>
            <a:rPr lang="en-IN" b="1" dirty="0"/>
            <a:t>Promotion Table</a:t>
          </a:r>
          <a:endParaRPr lang="en-IN" dirty="0"/>
        </a:p>
      </dgm:t>
    </dgm:pt>
    <dgm:pt modelId="{874695DF-AC90-484D-90E4-5D2C8ACAE81C}" type="parTrans" cxnId="{2CD6008C-5028-4512-A6E2-8CE458D0C879}">
      <dgm:prSet/>
      <dgm:spPr/>
      <dgm:t>
        <a:bodyPr/>
        <a:lstStyle/>
        <a:p>
          <a:endParaRPr lang="en-IN"/>
        </a:p>
      </dgm:t>
    </dgm:pt>
    <dgm:pt modelId="{7DD01A36-35A7-427C-A036-84C6D6A01340}" type="sibTrans" cxnId="{2CD6008C-5028-4512-A6E2-8CE458D0C879}">
      <dgm:prSet/>
      <dgm:spPr/>
      <dgm:t>
        <a:bodyPr/>
        <a:lstStyle/>
        <a:p>
          <a:endParaRPr lang="en-IN"/>
        </a:p>
      </dgm:t>
    </dgm:pt>
    <dgm:pt modelId="{A8824A56-F443-4909-B742-D5937361F4E9}">
      <dgm:prSet/>
      <dgm:spPr/>
      <dgm:t>
        <a:bodyPr/>
        <a:lstStyle/>
        <a:p>
          <a:pPr>
            <a:buNone/>
          </a:pPr>
          <a:r>
            <a:rPr lang="en-IN" b="1" dirty="0"/>
            <a:t>Seller Table</a:t>
          </a:r>
          <a:endParaRPr lang="en-IN" dirty="0"/>
        </a:p>
      </dgm:t>
    </dgm:pt>
    <dgm:pt modelId="{282A9BE2-F59E-47DD-9B93-215883F799F3}" type="parTrans" cxnId="{2EACF357-79C6-40AE-9D64-591F0603B941}">
      <dgm:prSet/>
      <dgm:spPr/>
      <dgm:t>
        <a:bodyPr/>
        <a:lstStyle/>
        <a:p>
          <a:endParaRPr lang="en-IN"/>
        </a:p>
      </dgm:t>
    </dgm:pt>
    <dgm:pt modelId="{350CBB39-518E-451F-ACCC-EBC7EB923E0B}" type="sibTrans" cxnId="{2EACF357-79C6-40AE-9D64-591F0603B941}">
      <dgm:prSet/>
      <dgm:spPr/>
      <dgm:t>
        <a:bodyPr/>
        <a:lstStyle/>
        <a:p>
          <a:endParaRPr lang="en-IN"/>
        </a:p>
      </dgm:t>
    </dgm:pt>
    <dgm:pt modelId="{39848E96-195D-4CD9-824B-AF781CE19C33}">
      <dgm:prSet/>
      <dgm:spPr/>
      <dgm:t>
        <a:bodyPr/>
        <a:lstStyle/>
        <a:p>
          <a:pPr>
            <a:buNone/>
          </a:pPr>
          <a:r>
            <a:rPr lang="en-IN" b="1" dirty="0"/>
            <a:t>Price Monitoring Table</a:t>
          </a:r>
          <a:endParaRPr lang="en-IN" dirty="0"/>
        </a:p>
      </dgm:t>
    </dgm:pt>
    <dgm:pt modelId="{D9611369-D72B-4A55-9AB8-7BA85DECC94E}" type="parTrans" cxnId="{AD50C816-1828-4711-B586-F46417A1D248}">
      <dgm:prSet/>
      <dgm:spPr/>
      <dgm:t>
        <a:bodyPr/>
        <a:lstStyle/>
        <a:p>
          <a:endParaRPr lang="en-IN"/>
        </a:p>
      </dgm:t>
    </dgm:pt>
    <dgm:pt modelId="{C2D2F48D-CB10-4006-9E4B-30B0C945061E}" type="sibTrans" cxnId="{AD50C816-1828-4711-B586-F46417A1D248}">
      <dgm:prSet/>
      <dgm:spPr/>
      <dgm:t>
        <a:bodyPr/>
        <a:lstStyle/>
        <a:p>
          <a:endParaRPr lang="en-IN"/>
        </a:p>
      </dgm:t>
    </dgm:pt>
    <dgm:pt modelId="{F366C915-0B2B-49AC-B049-496E66E503DA}" type="pres">
      <dgm:prSet presAssocID="{E77721EA-2285-43DC-BAEB-CB181A87D12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E5B246F-2AA6-4F86-B1B2-C2CBCE40BFBE}" type="pres">
      <dgm:prSet presAssocID="{79FEB2E0-CA4D-45C8-8341-1AD1CC6DD5A2}" presName="root" presStyleCnt="0"/>
      <dgm:spPr/>
    </dgm:pt>
    <dgm:pt modelId="{488DC739-4129-4B4D-83E5-E456B0D19A1D}" type="pres">
      <dgm:prSet presAssocID="{79FEB2E0-CA4D-45C8-8341-1AD1CC6DD5A2}" presName="rootComposite" presStyleCnt="0"/>
      <dgm:spPr/>
    </dgm:pt>
    <dgm:pt modelId="{2F19FD57-CDDB-4846-8BB8-42DA421F4681}" type="pres">
      <dgm:prSet presAssocID="{79FEB2E0-CA4D-45C8-8341-1AD1CC6DD5A2}" presName="rootText" presStyleLbl="node1" presStyleIdx="0" presStyleCnt="2"/>
      <dgm:spPr/>
    </dgm:pt>
    <dgm:pt modelId="{2A3B1345-9AC4-41D0-8850-DA22965A220D}" type="pres">
      <dgm:prSet presAssocID="{79FEB2E0-CA4D-45C8-8341-1AD1CC6DD5A2}" presName="rootConnector" presStyleLbl="node1" presStyleIdx="0" presStyleCnt="2"/>
      <dgm:spPr/>
    </dgm:pt>
    <dgm:pt modelId="{6BAF015D-7CE9-4C55-89B1-2F387189131A}" type="pres">
      <dgm:prSet presAssocID="{79FEB2E0-CA4D-45C8-8341-1AD1CC6DD5A2}" presName="childShape" presStyleCnt="0"/>
      <dgm:spPr/>
    </dgm:pt>
    <dgm:pt modelId="{8213B800-DD56-42D2-9255-170956AD5CB7}" type="pres">
      <dgm:prSet presAssocID="{14025B3C-870E-406A-808E-E8A31D1B8E60}" presName="Name13" presStyleLbl="parChTrans1D2" presStyleIdx="0" presStyleCnt="8"/>
      <dgm:spPr/>
    </dgm:pt>
    <dgm:pt modelId="{D621ECB3-61A9-4E9A-BBD7-479A1A0FCBD3}" type="pres">
      <dgm:prSet presAssocID="{FBE034E9-DEBE-44E4-86F9-A475FA5DB490}" presName="childText" presStyleLbl="bgAcc1" presStyleIdx="0" presStyleCnt="8">
        <dgm:presLayoutVars>
          <dgm:bulletEnabled val="1"/>
        </dgm:presLayoutVars>
      </dgm:prSet>
      <dgm:spPr/>
    </dgm:pt>
    <dgm:pt modelId="{28DBBDB2-61FD-4A4A-BFC6-2009A24B2EA7}" type="pres">
      <dgm:prSet presAssocID="{0D202F38-BAE4-45D8-B012-60AF78246B4D}" presName="Name13" presStyleLbl="parChTrans1D2" presStyleIdx="1" presStyleCnt="8"/>
      <dgm:spPr/>
    </dgm:pt>
    <dgm:pt modelId="{1BC89BAF-E800-468F-B12C-A9F35F647C7D}" type="pres">
      <dgm:prSet presAssocID="{280982F9-FA76-4AA8-8D37-40175301CEB4}" presName="childText" presStyleLbl="bgAcc1" presStyleIdx="1" presStyleCnt="8">
        <dgm:presLayoutVars>
          <dgm:bulletEnabled val="1"/>
        </dgm:presLayoutVars>
      </dgm:prSet>
      <dgm:spPr/>
    </dgm:pt>
    <dgm:pt modelId="{FCDA6C58-99DC-48F2-B650-4911EE70C136}" type="pres">
      <dgm:prSet presAssocID="{13F2E251-FB5F-4D69-B855-2829B93EF94E}" presName="Name13" presStyleLbl="parChTrans1D2" presStyleIdx="2" presStyleCnt="8"/>
      <dgm:spPr/>
    </dgm:pt>
    <dgm:pt modelId="{282ADCBE-3E4E-4BE6-A4F6-D7BA1109C87C}" type="pres">
      <dgm:prSet presAssocID="{75EEF870-891B-410C-B333-508439425366}" presName="childText" presStyleLbl="bgAcc1" presStyleIdx="2" presStyleCnt="8">
        <dgm:presLayoutVars>
          <dgm:bulletEnabled val="1"/>
        </dgm:presLayoutVars>
      </dgm:prSet>
      <dgm:spPr/>
    </dgm:pt>
    <dgm:pt modelId="{19E377D7-DFEC-4FFE-8A8B-810AD7DA07FA}" type="pres">
      <dgm:prSet presAssocID="{88D8FD97-DA91-4EDC-9333-26D95C01B115}" presName="Name13" presStyleLbl="parChTrans1D2" presStyleIdx="3" presStyleCnt="8"/>
      <dgm:spPr/>
    </dgm:pt>
    <dgm:pt modelId="{DF4ED966-0241-4C92-A747-B7FCF6C8FE17}" type="pres">
      <dgm:prSet presAssocID="{1BE74B1A-26C9-48D0-98C2-8A5944417EA8}" presName="childText" presStyleLbl="bgAcc1" presStyleIdx="3" presStyleCnt="8">
        <dgm:presLayoutVars>
          <dgm:bulletEnabled val="1"/>
        </dgm:presLayoutVars>
      </dgm:prSet>
      <dgm:spPr/>
    </dgm:pt>
    <dgm:pt modelId="{582036F4-098C-4C83-A72E-BCDA51AF5E2D}" type="pres">
      <dgm:prSet presAssocID="{1F3B4AE0-3696-479D-84B2-E27CE66BE438}" presName="root" presStyleCnt="0"/>
      <dgm:spPr/>
    </dgm:pt>
    <dgm:pt modelId="{8B466379-02D3-44A2-BFF3-BABF3A126587}" type="pres">
      <dgm:prSet presAssocID="{1F3B4AE0-3696-479D-84B2-E27CE66BE438}" presName="rootComposite" presStyleCnt="0"/>
      <dgm:spPr/>
    </dgm:pt>
    <dgm:pt modelId="{9820FE20-9158-4AEF-8773-B15140D1D73D}" type="pres">
      <dgm:prSet presAssocID="{1F3B4AE0-3696-479D-84B2-E27CE66BE438}" presName="rootText" presStyleLbl="node1" presStyleIdx="1" presStyleCnt="2"/>
      <dgm:spPr/>
    </dgm:pt>
    <dgm:pt modelId="{5F5DE58E-9CCE-4031-AE9D-EB556E575550}" type="pres">
      <dgm:prSet presAssocID="{1F3B4AE0-3696-479D-84B2-E27CE66BE438}" presName="rootConnector" presStyleLbl="node1" presStyleIdx="1" presStyleCnt="2"/>
      <dgm:spPr/>
    </dgm:pt>
    <dgm:pt modelId="{EF5E861A-5D31-4D3A-BD87-BBE06AEBC61B}" type="pres">
      <dgm:prSet presAssocID="{1F3B4AE0-3696-479D-84B2-E27CE66BE438}" presName="childShape" presStyleCnt="0"/>
      <dgm:spPr/>
    </dgm:pt>
    <dgm:pt modelId="{E7B91742-3E07-4429-A349-014B62B1DE65}" type="pres">
      <dgm:prSet presAssocID="{5CBE2B9C-C3B8-462E-BDF6-C29F365B3234}" presName="Name13" presStyleLbl="parChTrans1D2" presStyleIdx="4" presStyleCnt="8"/>
      <dgm:spPr/>
    </dgm:pt>
    <dgm:pt modelId="{E7EF1126-D97F-4292-B0F5-2DC46C389F5E}" type="pres">
      <dgm:prSet presAssocID="{4D2B61FD-9A86-4545-985C-5800309A00E0}" presName="childText" presStyleLbl="bgAcc1" presStyleIdx="4" presStyleCnt="8">
        <dgm:presLayoutVars>
          <dgm:bulletEnabled val="1"/>
        </dgm:presLayoutVars>
      </dgm:prSet>
      <dgm:spPr/>
    </dgm:pt>
    <dgm:pt modelId="{93B0921A-AE28-4B83-B40B-34EE06132CDA}" type="pres">
      <dgm:prSet presAssocID="{874695DF-AC90-484D-90E4-5D2C8ACAE81C}" presName="Name13" presStyleLbl="parChTrans1D2" presStyleIdx="5" presStyleCnt="8"/>
      <dgm:spPr/>
    </dgm:pt>
    <dgm:pt modelId="{E48D2FD4-B6B5-4277-81C3-2DFC841F8018}" type="pres">
      <dgm:prSet presAssocID="{0073E3A6-C45C-46BC-8930-90BF861D2F01}" presName="childText" presStyleLbl="bgAcc1" presStyleIdx="5" presStyleCnt="8">
        <dgm:presLayoutVars>
          <dgm:bulletEnabled val="1"/>
        </dgm:presLayoutVars>
      </dgm:prSet>
      <dgm:spPr/>
    </dgm:pt>
    <dgm:pt modelId="{4EA78973-89E1-444D-8185-CD2E69A82E82}" type="pres">
      <dgm:prSet presAssocID="{282A9BE2-F59E-47DD-9B93-215883F799F3}" presName="Name13" presStyleLbl="parChTrans1D2" presStyleIdx="6" presStyleCnt="8"/>
      <dgm:spPr/>
    </dgm:pt>
    <dgm:pt modelId="{B935E7BB-11AC-4B0C-B22A-B48E2E019FDD}" type="pres">
      <dgm:prSet presAssocID="{A8824A56-F443-4909-B742-D5937361F4E9}" presName="childText" presStyleLbl="bgAcc1" presStyleIdx="6" presStyleCnt="8">
        <dgm:presLayoutVars>
          <dgm:bulletEnabled val="1"/>
        </dgm:presLayoutVars>
      </dgm:prSet>
      <dgm:spPr/>
    </dgm:pt>
    <dgm:pt modelId="{79B07E63-1CC7-4F78-B7C2-A7E8D5EEFD29}" type="pres">
      <dgm:prSet presAssocID="{D9611369-D72B-4A55-9AB8-7BA85DECC94E}" presName="Name13" presStyleLbl="parChTrans1D2" presStyleIdx="7" presStyleCnt="8"/>
      <dgm:spPr/>
    </dgm:pt>
    <dgm:pt modelId="{A474A809-DC93-4C73-A8DE-1A6B6E24E187}" type="pres">
      <dgm:prSet presAssocID="{39848E96-195D-4CD9-824B-AF781CE19C33}" presName="childText" presStyleLbl="bgAcc1" presStyleIdx="7" presStyleCnt="8">
        <dgm:presLayoutVars>
          <dgm:bulletEnabled val="1"/>
        </dgm:presLayoutVars>
      </dgm:prSet>
      <dgm:spPr/>
    </dgm:pt>
  </dgm:ptLst>
  <dgm:cxnLst>
    <dgm:cxn modelId="{157FEE05-4F3B-4E11-B5BA-2E9712AD1464}" type="presOf" srcId="{874695DF-AC90-484D-90E4-5D2C8ACAE81C}" destId="{93B0921A-AE28-4B83-B40B-34EE06132CDA}" srcOrd="0" destOrd="0" presId="urn:microsoft.com/office/officeart/2005/8/layout/hierarchy3"/>
    <dgm:cxn modelId="{8565DB0A-F8A3-4558-B26A-B71F49B0E0B1}" type="presOf" srcId="{FBE034E9-DEBE-44E4-86F9-A475FA5DB490}" destId="{D621ECB3-61A9-4E9A-BBD7-479A1A0FCBD3}" srcOrd="0" destOrd="0" presId="urn:microsoft.com/office/officeart/2005/8/layout/hierarchy3"/>
    <dgm:cxn modelId="{23786D0C-62F5-4851-9486-DF344E7A04CA}" type="presOf" srcId="{79FEB2E0-CA4D-45C8-8341-1AD1CC6DD5A2}" destId="{2A3B1345-9AC4-41D0-8850-DA22965A220D}" srcOrd="1" destOrd="0" presId="urn:microsoft.com/office/officeart/2005/8/layout/hierarchy3"/>
    <dgm:cxn modelId="{F9EF2714-6A2E-4F60-A8CD-87728EB9F159}" type="presOf" srcId="{79FEB2E0-CA4D-45C8-8341-1AD1CC6DD5A2}" destId="{2F19FD57-CDDB-4846-8BB8-42DA421F4681}" srcOrd="0" destOrd="0" presId="urn:microsoft.com/office/officeart/2005/8/layout/hierarchy3"/>
    <dgm:cxn modelId="{AD50C816-1828-4711-B586-F46417A1D248}" srcId="{1F3B4AE0-3696-479D-84B2-E27CE66BE438}" destId="{39848E96-195D-4CD9-824B-AF781CE19C33}" srcOrd="3" destOrd="0" parTransId="{D9611369-D72B-4A55-9AB8-7BA85DECC94E}" sibTransId="{C2D2F48D-CB10-4006-9E4B-30B0C945061E}"/>
    <dgm:cxn modelId="{93BF0318-0691-49A7-98E2-51BC13139169}" srcId="{E77721EA-2285-43DC-BAEB-CB181A87D12B}" destId="{79FEB2E0-CA4D-45C8-8341-1AD1CC6DD5A2}" srcOrd="0" destOrd="0" parTransId="{2781F5D5-062E-4222-97F4-925CA09C7804}" sibTransId="{EFBC5546-3AFE-4305-9D78-CD139AE4F655}"/>
    <dgm:cxn modelId="{4FF99223-4F3F-4615-A3C2-3FDA56F2AE53}" srcId="{1F3B4AE0-3696-479D-84B2-E27CE66BE438}" destId="{4D2B61FD-9A86-4545-985C-5800309A00E0}" srcOrd="0" destOrd="0" parTransId="{5CBE2B9C-C3B8-462E-BDF6-C29F365B3234}" sibTransId="{F1E46D57-2846-44AB-BF93-A84AFD4EA482}"/>
    <dgm:cxn modelId="{13E8DF28-8D5D-430C-BEC0-A8C04821565E}" type="presOf" srcId="{1F3B4AE0-3696-479D-84B2-E27CE66BE438}" destId="{9820FE20-9158-4AEF-8773-B15140D1D73D}" srcOrd="0" destOrd="0" presId="urn:microsoft.com/office/officeart/2005/8/layout/hierarchy3"/>
    <dgm:cxn modelId="{2A589F2D-5D0E-4D62-81DC-07A69EBBF643}" type="presOf" srcId="{75EEF870-891B-410C-B333-508439425366}" destId="{282ADCBE-3E4E-4BE6-A4F6-D7BA1109C87C}" srcOrd="0" destOrd="0" presId="urn:microsoft.com/office/officeart/2005/8/layout/hierarchy3"/>
    <dgm:cxn modelId="{9C2E3033-D154-4BEE-A223-EBD370627F4F}" type="presOf" srcId="{1BE74B1A-26C9-48D0-98C2-8A5944417EA8}" destId="{DF4ED966-0241-4C92-A747-B7FCF6C8FE17}" srcOrd="0" destOrd="0" presId="urn:microsoft.com/office/officeart/2005/8/layout/hierarchy3"/>
    <dgm:cxn modelId="{0138A63D-8386-43A6-87ED-75BC0A4FF890}" type="presOf" srcId="{0D202F38-BAE4-45D8-B012-60AF78246B4D}" destId="{28DBBDB2-61FD-4A4A-BFC6-2009A24B2EA7}" srcOrd="0" destOrd="0" presId="urn:microsoft.com/office/officeart/2005/8/layout/hierarchy3"/>
    <dgm:cxn modelId="{9234E43E-ABF5-456B-9883-761337C7BFEB}" type="presOf" srcId="{282A9BE2-F59E-47DD-9B93-215883F799F3}" destId="{4EA78973-89E1-444D-8185-CD2E69A82E82}" srcOrd="0" destOrd="0" presId="urn:microsoft.com/office/officeart/2005/8/layout/hierarchy3"/>
    <dgm:cxn modelId="{3F60F35F-DCA5-4975-B990-287272F6B711}" srcId="{79FEB2E0-CA4D-45C8-8341-1AD1CC6DD5A2}" destId="{75EEF870-891B-410C-B333-508439425366}" srcOrd="2" destOrd="0" parTransId="{13F2E251-FB5F-4D69-B855-2829B93EF94E}" sibTransId="{5E35A6C0-FCD4-4E28-8777-F60126F55F4D}"/>
    <dgm:cxn modelId="{EBA70D41-AA05-4EF4-985D-035CC8E7948A}" type="presOf" srcId="{39848E96-195D-4CD9-824B-AF781CE19C33}" destId="{A474A809-DC93-4C73-A8DE-1A6B6E24E187}" srcOrd="0" destOrd="0" presId="urn:microsoft.com/office/officeart/2005/8/layout/hierarchy3"/>
    <dgm:cxn modelId="{A1A39642-EF8E-4A31-A738-68E6532761E2}" type="presOf" srcId="{4D2B61FD-9A86-4545-985C-5800309A00E0}" destId="{E7EF1126-D97F-4292-B0F5-2DC46C389F5E}" srcOrd="0" destOrd="0" presId="urn:microsoft.com/office/officeart/2005/8/layout/hierarchy3"/>
    <dgm:cxn modelId="{D64EEE62-52FC-4C14-93F1-92E1253F2298}" type="presOf" srcId="{0073E3A6-C45C-46BC-8930-90BF861D2F01}" destId="{E48D2FD4-B6B5-4277-81C3-2DFC841F8018}" srcOrd="0" destOrd="0" presId="urn:microsoft.com/office/officeart/2005/8/layout/hierarchy3"/>
    <dgm:cxn modelId="{C4254643-F2CF-4975-9FF0-6595AAA5B211}" type="presOf" srcId="{D9611369-D72B-4A55-9AB8-7BA85DECC94E}" destId="{79B07E63-1CC7-4F78-B7C2-A7E8D5EEFD29}" srcOrd="0" destOrd="0" presId="urn:microsoft.com/office/officeart/2005/8/layout/hierarchy3"/>
    <dgm:cxn modelId="{4452FF43-FC55-42A4-B3A1-C28265951E31}" srcId="{79FEB2E0-CA4D-45C8-8341-1AD1CC6DD5A2}" destId="{280982F9-FA76-4AA8-8D37-40175301CEB4}" srcOrd="1" destOrd="0" parTransId="{0D202F38-BAE4-45D8-B012-60AF78246B4D}" sibTransId="{2813EB0F-9A73-41F4-B8E5-8C5DD279CE8C}"/>
    <dgm:cxn modelId="{5CD45D44-EC2D-4E8F-9619-56439B02E7E0}" type="presOf" srcId="{1F3B4AE0-3696-479D-84B2-E27CE66BE438}" destId="{5F5DE58E-9CCE-4031-AE9D-EB556E575550}" srcOrd="1" destOrd="0" presId="urn:microsoft.com/office/officeart/2005/8/layout/hierarchy3"/>
    <dgm:cxn modelId="{C6576950-F9D2-43F4-894D-32F2C6C51771}" type="presOf" srcId="{13F2E251-FB5F-4D69-B855-2829B93EF94E}" destId="{FCDA6C58-99DC-48F2-B650-4911EE70C136}" srcOrd="0" destOrd="0" presId="urn:microsoft.com/office/officeart/2005/8/layout/hierarchy3"/>
    <dgm:cxn modelId="{588AB173-B43D-40A2-8A90-65868CD11CBE}" type="presOf" srcId="{A8824A56-F443-4909-B742-D5937361F4E9}" destId="{B935E7BB-11AC-4B0C-B22A-B48E2E019FDD}" srcOrd="0" destOrd="0" presId="urn:microsoft.com/office/officeart/2005/8/layout/hierarchy3"/>
    <dgm:cxn modelId="{2EACF357-79C6-40AE-9D64-591F0603B941}" srcId="{1F3B4AE0-3696-479D-84B2-E27CE66BE438}" destId="{A8824A56-F443-4909-B742-D5937361F4E9}" srcOrd="2" destOrd="0" parTransId="{282A9BE2-F59E-47DD-9B93-215883F799F3}" sibTransId="{350CBB39-518E-451F-ACCC-EBC7EB923E0B}"/>
    <dgm:cxn modelId="{4A9D2779-7C26-42EC-8F2F-6AA12C34AF98}" type="presOf" srcId="{88D8FD97-DA91-4EDC-9333-26D95C01B115}" destId="{19E377D7-DFEC-4FFE-8A8B-810AD7DA07FA}" srcOrd="0" destOrd="0" presId="urn:microsoft.com/office/officeart/2005/8/layout/hierarchy3"/>
    <dgm:cxn modelId="{BE001D7E-B0E8-428D-9A26-068999639E66}" srcId="{79FEB2E0-CA4D-45C8-8341-1AD1CC6DD5A2}" destId="{FBE034E9-DEBE-44E4-86F9-A475FA5DB490}" srcOrd="0" destOrd="0" parTransId="{14025B3C-870E-406A-808E-E8A31D1B8E60}" sibTransId="{5EAC07CC-4B73-4004-B8BC-ECE7929EF352}"/>
    <dgm:cxn modelId="{F40F7D80-CDAA-4223-9140-75745288364F}" type="presOf" srcId="{14025B3C-870E-406A-808E-E8A31D1B8E60}" destId="{8213B800-DD56-42D2-9255-170956AD5CB7}" srcOrd="0" destOrd="0" presId="urn:microsoft.com/office/officeart/2005/8/layout/hierarchy3"/>
    <dgm:cxn modelId="{2CD6008C-5028-4512-A6E2-8CE458D0C879}" srcId="{1F3B4AE0-3696-479D-84B2-E27CE66BE438}" destId="{0073E3A6-C45C-46BC-8930-90BF861D2F01}" srcOrd="1" destOrd="0" parTransId="{874695DF-AC90-484D-90E4-5D2C8ACAE81C}" sibTransId="{7DD01A36-35A7-427C-A036-84C6D6A01340}"/>
    <dgm:cxn modelId="{01BE588C-DE42-4170-8A29-57BCEBFD981C}" type="presOf" srcId="{E77721EA-2285-43DC-BAEB-CB181A87D12B}" destId="{F366C915-0B2B-49AC-B049-496E66E503DA}" srcOrd="0" destOrd="0" presId="urn:microsoft.com/office/officeart/2005/8/layout/hierarchy3"/>
    <dgm:cxn modelId="{301EE08E-2894-4799-84FE-4BA8495162E7}" type="presOf" srcId="{5CBE2B9C-C3B8-462E-BDF6-C29F365B3234}" destId="{E7B91742-3E07-4429-A349-014B62B1DE65}" srcOrd="0" destOrd="0" presId="urn:microsoft.com/office/officeart/2005/8/layout/hierarchy3"/>
    <dgm:cxn modelId="{B96EDFA1-B801-4909-8BAA-C0EFEAAB821C}" srcId="{79FEB2E0-CA4D-45C8-8341-1AD1CC6DD5A2}" destId="{1BE74B1A-26C9-48D0-98C2-8A5944417EA8}" srcOrd="3" destOrd="0" parTransId="{88D8FD97-DA91-4EDC-9333-26D95C01B115}" sibTransId="{60ADBA01-6984-4122-AF03-230C298053F9}"/>
    <dgm:cxn modelId="{95C416AA-143A-4F39-BB0E-4139CB2A3A85}" srcId="{E77721EA-2285-43DC-BAEB-CB181A87D12B}" destId="{1F3B4AE0-3696-479D-84B2-E27CE66BE438}" srcOrd="1" destOrd="0" parTransId="{6B6A145B-1DE4-4970-8CA2-5DF3D0A16457}" sibTransId="{3B533452-B7A0-437D-87A7-C4CF7D2C16CC}"/>
    <dgm:cxn modelId="{59B83EDE-0BD5-4FD8-A48F-9A19D31F6277}" type="presOf" srcId="{280982F9-FA76-4AA8-8D37-40175301CEB4}" destId="{1BC89BAF-E800-468F-B12C-A9F35F647C7D}" srcOrd="0" destOrd="0" presId="urn:microsoft.com/office/officeart/2005/8/layout/hierarchy3"/>
    <dgm:cxn modelId="{4D08F6F2-2B2D-4BD3-86DA-9EB2B04CF80E}" type="presParOf" srcId="{F366C915-0B2B-49AC-B049-496E66E503DA}" destId="{5E5B246F-2AA6-4F86-B1B2-C2CBCE40BFBE}" srcOrd="0" destOrd="0" presId="urn:microsoft.com/office/officeart/2005/8/layout/hierarchy3"/>
    <dgm:cxn modelId="{CE0BD0E6-B1E7-4B6D-9B8E-43FD5059C4AD}" type="presParOf" srcId="{5E5B246F-2AA6-4F86-B1B2-C2CBCE40BFBE}" destId="{488DC739-4129-4B4D-83E5-E456B0D19A1D}" srcOrd="0" destOrd="0" presId="urn:microsoft.com/office/officeart/2005/8/layout/hierarchy3"/>
    <dgm:cxn modelId="{35D36FFE-E2D0-44BB-8B53-73FBB168A070}" type="presParOf" srcId="{488DC739-4129-4B4D-83E5-E456B0D19A1D}" destId="{2F19FD57-CDDB-4846-8BB8-42DA421F4681}" srcOrd="0" destOrd="0" presId="urn:microsoft.com/office/officeart/2005/8/layout/hierarchy3"/>
    <dgm:cxn modelId="{52D3C538-C26A-49CE-AE31-D047D7781E8D}" type="presParOf" srcId="{488DC739-4129-4B4D-83E5-E456B0D19A1D}" destId="{2A3B1345-9AC4-41D0-8850-DA22965A220D}" srcOrd="1" destOrd="0" presId="urn:microsoft.com/office/officeart/2005/8/layout/hierarchy3"/>
    <dgm:cxn modelId="{C7A592D4-18EB-4F4B-919C-5FDF35993CF8}" type="presParOf" srcId="{5E5B246F-2AA6-4F86-B1B2-C2CBCE40BFBE}" destId="{6BAF015D-7CE9-4C55-89B1-2F387189131A}" srcOrd="1" destOrd="0" presId="urn:microsoft.com/office/officeart/2005/8/layout/hierarchy3"/>
    <dgm:cxn modelId="{A48235C3-2619-48C6-8E54-E8F6D55E77C8}" type="presParOf" srcId="{6BAF015D-7CE9-4C55-89B1-2F387189131A}" destId="{8213B800-DD56-42D2-9255-170956AD5CB7}" srcOrd="0" destOrd="0" presId="urn:microsoft.com/office/officeart/2005/8/layout/hierarchy3"/>
    <dgm:cxn modelId="{B69031EF-FB0E-441B-9744-786E9BDA37F4}" type="presParOf" srcId="{6BAF015D-7CE9-4C55-89B1-2F387189131A}" destId="{D621ECB3-61A9-4E9A-BBD7-479A1A0FCBD3}" srcOrd="1" destOrd="0" presId="urn:microsoft.com/office/officeart/2005/8/layout/hierarchy3"/>
    <dgm:cxn modelId="{46646628-7FB2-45AF-98C5-EDC81F90FA09}" type="presParOf" srcId="{6BAF015D-7CE9-4C55-89B1-2F387189131A}" destId="{28DBBDB2-61FD-4A4A-BFC6-2009A24B2EA7}" srcOrd="2" destOrd="0" presId="urn:microsoft.com/office/officeart/2005/8/layout/hierarchy3"/>
    <dgm:cxn modelId="{2EFABBBD-B2AF-4B70-B420-6CE5CA4EA6A9}" type="presParOf" srcId="{6BAF015D-7CE9-4C55-89B1-2F387189131A}" destId="{1BC89BAF-E800-468F-B12C-A9F35F647C7D}" srcOrd="3" destOrd="0" presId="urn:microsoft.com/office/officeart/2005/8/layout/hierarchy3"/>
    <dgm:cxn modelId="{BAD7489D-C888-47C4-AC3A-61D08DDA1233}" type="presParOf" srcId="{6BAF015D-7CE9-4C55-89B1-2F387189131A}" destId="{FCDA6C58-99DC-48F2-B650-4911EE70C136}" srcOrd="4" destOrd="0" presId="urn:microsoft.com/office/officeart/2005/8/layout/hierarchy3"/>
    <dgm:cxn modelId="{20551378-AE51-4E1E-837A-1D4C5A473F42}" type="presParOf" srcId="{6BAF015D-7CE9-4C55-89B1-2F387189131A}" destId="{282ADCBE-3E4E-4BE6-A4F6-D7BA1109C87C}" srcOrd="5" destOrd="0" presId="urn:microsoft.com/office/officeart/2005/8/layout/hierarchy3"/>
    <dgm:cxn modelId="{4285AB0C-2223-4CEC-9ADB-118CE4854A06}" type="presParOf" srcId="{6BAF015D-7CE9-4C55-89B1-2F387189131A}" destId="{19E377D7-DFEC-4FFE-8A8B-810AD7DA07FA}" srcOrd="6" destOrd="0" presId="urn:microsoft.com/office/officeart/2005/8/layout/hierarchy3"/>
    <dgm:cxn modelId="{3A85EC4D-1A3F-4192-81E7-56927216947D}" type="presParOf" srcId="{6BAF015D-7CE9-4C55-89B1-2F387189131A}" destId="{DF4ED966-0241-4C92-A747-B7FCF6C8FE17}" srcOrd="7" destOrd="0" presId="urn:microsoft.com/office/officeart/2005/8/layout/hierarchy3"/>
    <dgm:cxn modelId="{260ACB82-79FA-4149-8E2F-EC22E83656EB}" type="presParOf" srcId="{F366C915-0B2B-49AC-B049-496E66E503DA}" destId="{582036F4-098C-4C83-A72E-BCDA51AF5E2D}" srcOrd="1" destOrd="0" presId="urn:microsoft.com/office/officeart/2005/8/layout/hierarchy3"/>
    <dgm:cxn modelId="{16297866-D038-4CEC-8B06-62F33147B524}" type="presParOf" srcId="{582036F4-098C-4C83-A72E-BCDA51AF5E2D}" destId="{8B466379-02D3-44A2-BFF3-BABF3A126587}" srcOrd="0" destOrd="0" presId="urn:microsoft.com/office/officeart/2005/8/layout/hierarchy3"/>
    <dgm:cxn modelId="{30C30FFC-F8ED-4095-BF88-D0EEAD67F790}" type="presParOf" srcId="{8B466379-02D3-44A2-BFF3-BABF3A126587}" destId="{9820FE20-9158-4AEF-8773-B15140D1D73D}" srcOrd="0" destOrd="0" presId="urn:microsoft.com/office/officeart/2005/8/layout/hierarchy3"/>
    <dgm:cxn modelId="{B84A8ADC-283B-48B8-BCB7-D21BBEBED6AA}" type="presParOf" srcId="{8B466379-02D3-44A2-BFF3-BABF3A126587}" destId="{5F5DE58E-9CCE-4031-AE9D-EB556E575550}" srcOrd="1" destOrd="0" presId="urn:microsoft.com/office/officeart/2005/8/layout/hierarchy3"/>
    <dgm:cxn modelId="{A6E07B9B-4EE9-445E-892B-CADD2BDCCBFA}" type="presParOf" srcId="{582036F4-098C-4C83-A72E-BCDA51AF5E2D}" destId="{EF5E861A-5D31-4D3A-BD87-BBE06AEBC61B}" srcOrd="1" destOrd="0" presId="urn:microsoft.com/office/officeart/2005/8/layout/hierarchy3"/>
    <dgm:cxn modelId="{D8D0A5A2-598F-40B0-B4B0-9FC107602DF6}" type="presParOf" srcId="{EF5E861A-5D31-4D3A-BD87-BBE06AEBC61B}" destId="{E7B91742-3E07-4429-A349-014B62B1DE65}" srcOrd="0" destOrd="0" presId="urn:microsoft.com/office/officeart/2005/8/layout/hierarchy3"/>
    <dgm:cxn modelId="{905C3CBB-4592-4525-9C1D-7207ECF86CB1}" type="presParOf" srcId="{EF5E861A-5D31-4D3A-BD87-BBE06AEBC61B}" destId="{E7EF1126-D97F-4292-B0F5-2DC46C389F5E}" srcOrd="1" destOrd="0" presId="urn:microsoft.com/office/officeart/2005/8/layout/hierarchy3"/>
    <dgm:cxn modelId="{9CA5C260-EC43-46B2-BB8B-A1CD2D8913FD}" type="presParOf" srcId="{EF5E861A-5D31-4D3A-BD87-BBE06AEBC61B}" destId="{93B0921A-AE28-4B83-B40B-34EE06132CDA}" srcOrd="2" destOrd="0" presId="urn:microsoft.com/office/officeart/2005/8/layout/hierarchy3"/>
    <dgm:cxn modelId="{0B2BAA7E-6EAC-42F3-BD0B-3F6F46F0C334}" type="presParOf" srcId="{EF5E861A-5D31-4D3A-BD87-BBE06AEBC61B}" destId="{E48D2FD4-B6B5-4277-81C3-2DFC841F8018}" srcOrd="3" destOrd="0" presId="urn:microsoft.com/office/officeart/2005/8/layout/hierarchy3"/>
    <dgm:cxn modelId="{ED4DE125-FA33-4587-AB46-CB6259EF6CB0}" type="presParOf" srcId="{EF5E861A-5D31-4D3A-BD87-BBE06AEBC61B}" destId="{4EA78973-89E1-444D-8185-CD2E69A82E82}" srcOrd="4" destOrd="0" presId="urn:microsoft.com/office/officeart/2005/8/layout/hierarchy3"/>
    <dgm:cxn modelId="{0F99E84E-8683-4F1D-8837-2D6A9510EA7B}" type="presParOf" srcId="{EF5E861A-5D31-4D3A-BD87-BBE06AEBC61B}" destId="{B935E7BB-11AC-4B0C-B22A-B48E2E019FDD}" srcOrd="5" destOrd="0" presId="urn:microsoft.com/office/officeart/2005/8/layout/hierarchy3"/>
    <dgm:cxn modelId="{01E0F74D-D8BC-4876-BF2C-DF7A220509C5}" type="presParOf" srcId="{EF5E861A-5D31-4D3A-BD87-BBE06AEBC61B}" destId="{79B07E63-1CC7-4F78-B7C2-A7E8D5EEFD29}" srcOrd="6" destOrd="0" presId="urn:microsoft.com/office/officeart/2005/8/layout/hierarchy3"/>
    <dgm:cxn modelId="{19557B47-BBFE-4CF5-9889-A3855DE82FAC}" type="presParOf" srcId="{EF5E861A-5D31-4D3A-BD87-BBE06AEBC61B}" destId="{A474A809-DC93-4C73-A8DE-1A6B6E24E187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9FD57-CDDB-4846-8BB8-42DA421F4681}">
      <dsp:nvSpPr>
        <dsp:cNvPr id="0" name=""/>
        <dsp:cNvSpPr/>
      </dsp:nvSpPr>
      <dsp:spPr>
        <a:xfrm>
          <a:off x="304599" y="1635"/>
          <a:ext cx="1306789" cy="653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Client Data</a:t>
          </a:r>
          <a:endParaRPr lang="en-IN" sz="2100" kern="1200" dirty="0"/>
        </a:p>
      </dsp:txBody>
      <dsp:txXfrm>
        <a:off x="323736" y="20772"/>
        <a:ext cx="1268515" cy="615120"/>
      </dsp:txXfrm>
    </dsp:sp>
    <dsp:sp modelId="{8213B800-DD56-42D2-9255-170956AD5CB7}">
      <dsp:nvSpPr>
        <dsp:cNvPr id="0" name=""/>
        <dsp:cNvSpPr/>
      </dsp:nvSpPr>
      <dsp:spPr>
        <a:xfrm>
          <a:off x="435278" y="655030"/>
          <a:ext cx="130678" cy="4900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0045"/>
              </a:lnTo>
              <a:lnTo>
                <a:pt x="130678" y="490045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21ECB3-61A9-4E9A-BBD7-479A1A0FCBD3}">
      <dsp:nvSpPr>
        <dsp:cNvPr id="0" name=""/>
        <dsp:cNvSpPr/>
      </dsp:nvSpPr>
      <dsp:spPr>
        <a:xfrm>
          <a:off x="565957" y="818379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SKU Table</a:t>
          </a:r>
          <a:endParaRPr lang="en-IN" sz="1400" kern="1200" dirty="0"/>
        </a:p>
      </dsp:txBody>
      <dsp:txXfrm>
        <a:off x="585094" y="837516"/>
        <a:ext cx="1007157" cy="615120"/>
      </dsp:txXfrm>
    </dsp:sp>
    <dsp:sp modelId="{28DBBDB2-61FD-4A4A-BFC6-2009A24B2EA7}">
      <dsp:nvSpPr>
        <dsp:cNvPr id="0" name=""/>
        <dsp:cNvSpPr/>
      </dsp:nvSpPr>
      <dsp:spPr>
        <a:xfrm>
          <a:off x="435278" y="655030"/>
          <a:ext cx="130678" cy="1306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6789"/>
              </a:lnTo>
              <a:lnTo>
                <a:pt x="130678" y="1306789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C89BAF-E800-468F-B12C-A9F35F647C7D}">
      <dsp:nvSpPr>
        <dsp:cNvPr id="0" name=""/>
        <dsp:cNvSpPr/>
      </dsp:nvSpPr>
      <dsp:spPr>
        <a:xfrm>
          <a:off x="565957" y="1635122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PL Table</a:t>
          </a:r>
          <a:endParaRPr lang="en-IN" sz="1400" kern="1200" dirty="0"/>
        </a:p>
      </dsp:txBody>
      <dsp:txXfrm>
        <a:off x="585094" y="1654259"/>
        <a:ext cx="1007157" cy="615120"/>
      </dsp:txXfrm>
    </dsp:sp>
    <dsp:sp modelId="{FCDA6C58-99DC-48F2-B650-4911EE70C136}">
      <dsp:nvSpPr>
        <dsp:cNvPr id="0" name=""/>
        <dsp:cNvSpPr/>
      </dsp:nvSpPr>
      <dsp:spPr>
        <a:xfrm>
          <a:off x="435278" y="655030"/>
          <a:ext cx="130678" cy="2123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3532"/>
              </a:lnTo>
              <a:lnTo>
                <a:pt x="130678" y="2123532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2ADCBE-3E4E-4BE6-A4F6-D7BA1109C87C}">
      <dsp:nvSpPr>
        <dsp:cNvPr id="0" name=""/>
        <dsp:cNvSpPr/>
      </dsp:nvSpPr>
      <dsp:spPr>
        <a:xfrm>
          <a:off x="565957" y="2451865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Price List Table</a:t>
          </a:r>
          <a:endParaRPr lang="en-IN" sz="1400" kern="1200" dirty="0"/>
        </a:p>
      </dsp:txBody>
      <dsp:txXfrm>
        <a:off x="585094" y="2471002"/>
        <a:ext cx="1007157" cy="615120"/>
      </dsp:txXfrm>
    </dsp:sp>
    <dsp:sp modelId="{19E377D7-DFEC-4FFE-8A8B-810AD7DA07FA}">
      <dsp:nvSpPr>
        <dsp:cNvPr id="0" name=""/>
        <dsp:cNvSpPr/>
      </dsp:nvSpPr>
      <dsp:spPr>
        <a:xfrm>
          <a:off x="435278" y="655030"/>
          <a:ext cx="130678" cy="2940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0275"/>
              </a:lnTo>
              <a:lnTo>
                <a:pt x="130678" y="2940275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ED966-0241-4C92-A747-B7FCF6C8FE17}">
      <dsp:nvSpPr>
        <dsp:cNvPr id="0" name=""/>
        <dsp:cNvSpPr/>
      </dsp:nvSpPr>
      <dsp:spPr>
        <a:xfrm>
          <a:off x="565957" y="3268608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Seller Mapping Table</a:t>
          </a:r>
          <a:endParaRPr lang="en-IN" sz="1400" kern="1200" dirty="0"/>
        </a:p>
      </dsp:txBody>
      <dsp:txXfrm>
        <a:off x="585094" y="3287745"/>
        <a:ext cx="1007157" cy="615120"/>
      </dsp:txXfrm>
    </dsp:sp>
    <dsp:sp modelId="{9820FE20-9158-4AEF-8773-B15140D1D73D}">
      <dsp:nvSpPr>
        <dsp:cNvPr id="0" name=""/>
        <dsp:cNvSpPr/>
      </dsp:nvSpPr>
      <dsp:spPr>
        <a:xfrm>
          <a:off x="1938086" y="1635"/>
          <a:ext cx="1306789" cy="653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Populated Data</a:t>
          </a:r>
          <a:endParaRPr lang="en-IN" sz="2100" kern="1200" dirty="0"/>
        </a:p>
      </dsp:txBody>
      <dsp:txXfrm>
        <a:off x="1957223" y="20772"/>
        <a:ext cx="1268515" cy="615120"/>
      </dsp:txXfrm>
    </dsp:sp>
    <dsp:sp modelId="{E7B91742-3E07-4429-A349-014B62B1DE65}">
      <dsp:nvSpPr>
        <dsp:cNvPr id="0" name=""/>
        <dsp:cNvSpPr/>
      </dsp:nvSpPr>
      <dsp:spPr>
        <a:xfrm>
          <a:off x="2068765" y="655030"/>
          <a:ext cx="130678" cy="4900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0045"/>
              </a:lnTo>
              <a:lnTo>
                <a:pt x="130678" y="490045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F1126-D97F-4292-B0F5-2DC46C389F5E}">
      <dsp:nvSpPr>
        <dsp:cNvPr id="0" name=""/>
        <dsp:cNvSpPr/>
      </dsp:nvSpPr>
      <dsp:spPr>
        <a:xfrm>
          <a:off x="2199443" y="818379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Category Mapping Table</a:t>
          </a:r>
          <a:endParaRPr lang="en-IN" sz="1400" kern="1200" dirty="0"/>
        </a:p>
      </dsp:txBody>
      <dsp:txXfrm>
        <a:off x="2218580" y="837516"/>
        <a:ext cx="1007157" cy="615120"/>
      </dsp:txXfrm>
    </dsp:sp>
    <dsp:sp modelId="{93B0921A-AE28-4B83-B40B-34EE06132CDA}">
      <dsp:nvSpPr>
        <dsp:cNvPr id="0" name=""/>
        <dsp:cNvSpPr/>
      </dsp:nvSpPr>
      <dsp:spPr>
        <a:xfrm>
          <a:off x="2068765" y="655030"/>
          <a:ext cx="130678" cy="1306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6789"/>
              </a:lnTo>
              <a:lnTo>
                <a:pt x="130678" y="1306789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8D2FD4-B6B5-4277-81C3-2DFC841F8018}">
      <dsp:nvSpPr>
        <dsp:cNvPr id="0" name=""/>
        <dsp:cNvSpPr/>
      </dsp:nvSpPr>
      <dsp:spPr>
        <a:xfrm>
          <a:off x="2199443" y="1635122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Promotion Table</a:t>
          </a:r>
          <a:endParaRPr lang="en-IN" sz="1400" kern="1200" dirty="0"/>
        </a:p>
      </dsp:txBody>
      <dsp:txXfrm>
        <a:off x="2218580" y="1654259"/>
        <a:ext cx="1007157" cy="615120"/>
      </dsp:txXfrm>
    </dsp:sp>
    <dsp:sp modelId="{4EA78973-89E1-444D-8185-CD2E69A82E82}">
      <dsp:nvSpPr>
        <dsp:cNvPr id="0" name=""/>
        <dsp:cNvSpPr/>
      </dsp:nvSpPr>
      <dsp:spPr>
        <a:xfrm>
          <a:off x="2068765" y="655030"/>
          <a:ext cx="130678" cy="2123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3532"/>
              </a:lnTo>
              <a:lnTo>
                <a:pt x="130678" y="2123532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35E7BB-11AC-4B0C-B22A-B48E2E019FDD}">
      <dsp:nvSpPr>
        <dsp:cNvPr id="0" name=""/>
        <dsp:cNvSpPr/>
      </dsp:nvSpPr>
      <dsp:spPr>
        <a:xfrm>
          <a:off x="2199443" y="2451865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Seller Table</a:t>
          </a:r>
          <a:endParaRPr lang="en-IN" sz="1400" kern="1200" dirty="0"/>
        </a:p>
      </dsp:txBody>
      <dsp:txXfrm>
        <a:off x="2218580" y="2471002"/>
        <a:ext cx="1007157" cy="615120"/>
      </dsp:txXfrm>
    </dsp:sp>
    <dsp:sp modelId="{79B07E63-1CC7-4F78-B7C2-A7E8D5EEFD29}">
      <dsp:nvSpPr>
        <dsp:cNvPr id="0" name=""/>
        <dsp:cNvSpPr/>
      </dsp:nvSpPr>
      <dsp:spPr>
        <a:xfrm>
          <a:off x="2068765" y="655030"/>
          <a:ext cx="130678" cy="2940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0275"/>
              </a:lnTo>
              <a:lnTo>
                <a:pt x="130678" y="2940275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74A809-DC93-4C73-A8DE-1A6B6E24E187}">
      <dsp:nvSpPr>
        <dsp:cNvPr id="0" name=""/>
        <dsp:cNvSpPr/>
      </dsp:nvSpPr>
      <dsp:spPr>
        <a:xfrm>
          <a:off x="2199443" y="3268608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Price Monitoring Table:</a:t>
          </a:r>
          <a:endParaRPr lang="en-IN" sz="1400" kern="1200" dirty="0"/>
        </a:p>
      </dsp:txBody>
      <dsp:txXfrm>
        <a:off x="2218580" y="3287745"/>
        <a:ext cx="1007157" cy="615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9FD57-CDDB-4846-8BB8-42DA421F4681}">
      <dsp:nvSpPr>
        <dsp:cNvPr id="0" name=""/>
        <dsp:cNvSpPr/>
      </dsp:nvSpPr>
      <dsp:spPr>
        <a:xfrm>
          <a:off x="304599" y="1635"/>
          <a:ext cx="1306789" cy="653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Client Data</a:t>
          </a:r>
          <a:endParaRPr lang="en-IN" sz="2100" kern="1200" dirty="0"/>
        </a:p>
      </dsp:txBody>
      <dsp:txXfrm>
        <a:off x="323736" y="20772"/>
        <a:ext cx="1268515" cy="615120"/>
      </dsp:txXfrm>
    </dsp:sp>
    <dsp:sp modelId="{8213B800-DD56-42D2-9255-170956AD5CB7}">
      <dsp:nvSpPr>
        <dsp:cNvPr id="0" name=""/>
        <dsp:cNvSpPr/>
      </dsp:nvSpPr>
      <dsp:spPr>
        <a:xfrm>
          <a:off x="435278" y="655030"/>
          <a:ext cx="130678" cy="4900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0045"/>
              </a:lnTo>
              <a:lnTo>
                <a:pt x="130678" y="490045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21ECB3-61A9-4E9A-BBD7-479A1A0FCBD3}">
      <dsp:nvSpPr>
        <dsp:cNvPr id="0" name=""/>
        <dsp:cNvSpPr/>
      </dsp:nvSpPr>
      <dsp:spPr>
        <a:xfrm>
          <a:off x="565957" y="818379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SKU Table</a:t>
          </a:r>
          <a:endParaRPr lang="en-IN" sz="1400" kern="1200" dirty="0"/>
        </a:p>
      </dsp:txBody>
      <dsp:txXfrm>
        <a:off x="585094" y="837516"/>
        <a:ext cx="1007157" cy="615120"/>
      </dsp:txXfrm>
    </dsp:sp>
    <dsp:sp modelId="{28DBBDB2-61FD-4A4A-BFC6-2009A24B2EA7}">
      <dsp:nvSpPr>
        <dsp:cNvPr id="0" name=""/>
        <dsp:cNvSpPr/>
      </dsp:nvSpPr>
      <dsp:spPr>
        <a:xfrm>
          <a:off x="435278" y="655030"/>
          <a:ext cx="130678" cy="1306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6789"/>
              </a:lnTo>
              <a:lnTo>
                <a:pt x="130678" y="1306789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C89BAF-E800-468F-B12C-A9F35F647C7D}">
      <dsp:nvSpPr>
        <dsp:cNvPr id="0" name=""/>
        <dsp:cNvSpPr/>
      </dsp:nvSpPr>
      <dsp:spPr>
        <a:xfrm>
          <a:off x="565957" y="1635122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PL Table</a:t>
          </a:r>
          <a:endParaRPr lang="en-IN" sz="1400" kern="1200" dirty="0"/>
        </a:p>
      </dsp:txBody>
      <dsp:txXfrm>
        <a:off x="585094" y="1654259"/>
        <a:ext cx="1007157" cy="615120"/>
      </dsp:txXfrm>
    </dsp:sp>
    <dsp:sp modelId="{FCDA6C58-99DC-48F2-B650-4911EE70C136}">
      <dsp:nvSpPr>
        <dsp:cNvPr id="0" name=""/>
        <dsp:cNvSpPr/>
      </dsp:nvSpPr>
      <dsp:spPr>
        <a:xfrm>
          <a:off x="435278" y="655030"/>
          <a:ext cx="130678" cy="2123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3532"/>
              </a:lnTo>
              <a:lnTo>
                <a:pt x="130678" y="2123532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2ADCBE-3E4E-4BE6-A4F6-D7BA1109C87C}">
      <dsp:nvSpPr>
        <dsp:cNvPr id="0" name=""/>
        <dsp:cNvSpPr/>
      </dsp:nvSpPr>
      <dsp:spPr>
        <a:xfrm>
          <a:off x="565957" y="2451865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Price List Table</a:t>
          </a:r>
          <a:endParaRPr lang="en-IN" sz="1400" kern="1200" dirty="0"/>
        </a:p>
      </dsp:txBody>
      <dsp:txXfrm>
        <a:off x="585094" y="2471002"/>
        <a:ext cx="1007157" cy="615120"/>
      </dsp:txXfrm>
    </dsp:sp>
    <dsp:sp modelId="{19E377D7-DFEC-4FFE-8A8B-810AD7DA07FA}">
      <dsp:nvSpPr>
        <dsp:cNvPr id="0" name=""/>
        <dsp:cNvSpPr/>
      </dsp:nvSpPr>
      <dsp:spPr>
        <a:xfrm>
          <a:off x="435278" y="655030"/>
          <a:ext cx="130678" cy="2940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0275"/>
              </a:lnTo>
              <a:lnTo>
                <a:pt x="130678" y="2940275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ED966-0241-4C92-A747-B7FCF6C8FE17}">
      <dsp:nvSpPr>
        <dsp:cNvPr id="0" name=""/>
        <dsp:cNvSpPr/>
      </dsp:nvSpPr>
      <dsp:spPr>
        <a:xfrm>
          <a:off x="565957" y="3268608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Seller Mapping Table</a:t>
          </a:r>
          <a:endParaRPr lang="en-IN" sz="1400" kern="1200" dirty="0"/>
        </a:p>
      </dsp:txBody>
      <dsp:txXfrm>
        <a:off x="585094" y="3287745"/>
        <a:ext cx="1007157" cy="615120"/>
      </dsp:txXfrm>
    </dsp:sp>
    <dsp:sp modelId="{9820FE20-9158-4AEF-8773-B15140D1D73D}">
      <dsp:nvSpPr>
        <dsp:cNvPr id="0" name=""/>
        <dsp:cNvSpPr/>
      </dsp:nvSpPr>
      <dsp:spPr>
        <a:xfrm>
          <a:off x="1938086" y="1635"/>
          <a:ext cx="1306789" cy="6533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Populated Data</a:t>
          </a:r>
          <a:endParaRPr lang="en-IN" sz="2100" kern="1200" dirty="0"/>
        </a:p>
      </dsp:txBody>
      <dsp:txXfrm>
        <a:off x="1957223" y="20772"/>
        <a:ext cx="1268515" cy="615120"/>
      </dsp:txXfrm>
    </dsp:sp>
    <dsp:sp modelId="{E7B91742-3E07-4429-A349-014B62B1DE65}">
      <dsp:nvSpPr>
        <dsp:cNvPr id="0" name=""/>
        <dsp:cNvSpPr/>
      </dsp:nvSpPr>
      <dsp:spPr>
        <a:xfrm>
          <a:off x="2068765" y="655030"/>
          <a:ext cx="130678" cy="4900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0045"/>
              </a:lnTo>
              <a:lnTo>
                <a:pt x="130678" y="490045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F1126-D97F-4292-B0F5-2DC46C389F5E}">
      <dsp:nvSpPr>
        <dsp:cNvPr id="0" name=""/>
        <dsp:cNvSpPr/>
      </dsp:nvSpPr>
      <dsp:spPr>
        <a:xfrm>
          <a:off x="2199443" y="818379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Category Mapping Table</a:t>
          </a:r>
          <a:endParaRPr lang="en-IN" sz="1400" kern="1200" dirty="0"/>
        </a:p>
      </dsp:txBody>
      <dsp:txXfrm>
        <a:off x="2218580" y="837516"/>
        <a:ext cx="1007157" cy="615120"/>
      </dsp:txXfrm>
    </dsp:sp>
    <dsp:sp modelId="{93B0921A-AE28-4B83-B40B-34EE06132CDA}">
      <dsp:nvSpPr>
        <dsp:cNvPr id="0" name=""/>
        <dsp:cNvSpPr/>
      </dsp:nvSpPr>
      <dsp:spPr>
        <a:xfrm>
          <a:off x="2068765" y="655030"/>
          <a:ext cx="130678" cy="1306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6789"/>
              </a:lnTo>
              <a:lnTo>
                <a:pt x="130678" y="1306789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8D2FD4-B6B5-4277-81C3-2DFC841F8018}">
      <dsp:nvSpPr>
        <dsp:cNvPr id="0" name=""/>
        <dsp:cNvSpPr/>
      </dsp:nvSpPr>
      <dsp:spPr>
        <a:xfrm>
          <a:off x="2199443" y="1635122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Promotion Table</a:t>
          </a:r>
          <a:endParaRPr lang="en-IN" sz="1400" kern="1200" dirty="0"/>
        </a:p>
      </dsp:txBody>
      <dsp:txXfrm>
        <a:off x="2218580" y="1654259"/>
        <a:ext cx="1007157" cy="615120"/>
      </dsp:txXfrm>
    </dsp:sp>
    <dsp:sp modelId="{4EA78973-89E1-444D-8185-CD2E69A82E82}">
      <dsp:nvSpPr>
        <dsp:cNvPr id="0" name=""/>
        <dsp:cNvSpPr/>
      </dsp:nvSpPr>
      <dsp:spPr>
        <a:xfrm>
          <a:off x="2068765" y="655030"/>
          <a:ext cx="130678" cy="2123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3532"/>
              </a:lnTo>
              <a:lnTo>
                <a:pt x="130678" y="2123532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35E7BB-11AC-4B0C-B22A-B48E2E019FDD}">
      <dsp:nvSpPr>
        <dsp:cNvPr id="0" name=""/>
        <dsp:cNvSpPr/>
      </dsp:nvSpPr>
      <dsp:spPr>
        <a:xfrm>
          <a:off x="2199443" y="2451865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Seller Table</a:t>
          </a:r>
          <a:endParaRPr lang="en-IN" sz="1400" kern="1200" dirty="0"/>
        </a:p>
      </dsp:txBody>
      <dsp:txXfrm>
        <a:off x="2218580" y="2471002"/>
        <a:ext cx="1007157" cy="615120"/>
      </dsp:txXfrm>
    </dsp:sp>
    <dsp:sp modelId="{79B07E63-1CC7-4F78-B7C2-A7E8D5EEFD29}">
      <dsp:nvSpPr>
        <dsp:cNvPr id="0" name=""/>
        <dsp:cNvSpPr/>
      </dsp:nvSpPr>
      <dsp:spPr>
        <a:xfrm>
          <a:off x="2068765" y="655030"/>
          <a:ext cx="130678" cy="2940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0275"/>
              </a:lnTo>
              <a:lnTo>
                <a:pt x="130678" y="2940275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74A809-DC93-4C73-A8DE-1A6B6E24E187}">
      <dsp:nvSpPr>
        <dsp:cNvPr id="0" name=""/>
        <dsp:cNvSpPr/>
      </dsp:nvSpPr>
      <dsp:spPr>
        <a:xfrm>
          <a:off x="2199443" y="3268608"/>
          <a:ext cx="1045431" cy="6533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Price Monitoring Table</a:t>
          </a:r>
          <a:endParaRPr lang="en-IN" sz="1400" kern="1200" dirty="0"/>
        </a:p>
      </dsp:txBody>
      <dsp:txXfrm>
        <a:off x="2218580" y="3287745"/>
        <a:ext cx="1007157" cy="615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1027-19E0-4400-8F52-1F7085EA17AE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9CBF0-620E-4423-A1D2-586D93C6E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83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0A79-EDE1-380D-483B-AA28F5A25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0904" y="2577019"/>
            <a:ext cx="8361229" cy="2098226"/>
          </a:xfrm>
        </p:spPr>
        <p:txBody>
          <a:bodyPr/>
          <a:lstStyle/>
          <a:p>
            <a:r>
              <a:rPr lang="en-US" dirty="0"/>
              <a:t>MAP tracking &amp; monitoring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52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533F6-FEC0-19B0-7536-29329CE0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8ADDB-4CD5-5714-6BDF-BCAF3F559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45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8CF6F17C-E491-2D88-CEF1-DF8C1C7DBC04}"/>
              </a:ext>
            </a:extLst>
          </p:cNvPr>
          <p:cNvSpPr/>
          <p:nvPr/>
        </p:nvSpPr>
        <p:spPr>
          <a:xfrm>
            <a:off x="7460611" y="435189"/>
            <a:ext cx="4156946" cy="55629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Flowchart: Data 12">
            <a:extLst>
              <a:ext uri="{FF2B5EF4-FFF2-40B4-BE49-F238E27FC236}">
                <a16:creationId xmlns:a16="http://schemas.microsoft.com/office/drawing/2014/main" id="{D170BC77-74AA-E665-EA65-F4610ABCA71F}"/>
              </a:ext>
            </a:extLst>
          </p:cNvPr>
          <p:cNvSpPr/>
          <p:nvPr/>
        </p:nvSpPr>
        <p:spPr>
          <a:xfrm>
            <a:off x="3546300" y="1900655"/>
            <a:ext cx="1820801" cy="678822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Amazon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Flipkart</a:t>
            </a:r>
          </a:p>
          <a:p>
            <a:pPr algn="ctr"/>
            <a:endParaRPr lang="en-IN" dirty="0"/>
          </a:p>
        </p:txBody>
      </p:sp>
      <p:sp>
        <p:nvSpPr>
          <p:cNvPr id="18" name="Speech Bubble: Oval 17">
            <a:extLst>
              <a:ext uri="{FF2B5EF4-FFF2-40B4-BE49-F238E27FC236}">
                <a16:creationId xmlns:a16="http://schemas.microsoft.com/office/drawing/2014/main" id="{84BEF43F-0B18-D6FF-173A-5BAF232B9E6F}"/>
              </a:ext>
            </a:extLst>
          </p:cNvPr>
          <p:cNvSpPr/>
          <p:nvPr/>
        </p:nvSpPr>
        <p:spPr>
          <a:xfrm>
            <a:off x="1191797" y="5610978"/>
            <a:ext cx="3100251" cy="1227908"/>
          </a:xfrm>
          <a:prstGeom prst="wedgeEllipseCallout">
            <a:avLst>
              <a:gd name="adj1" fmla="val -26000"/>
              <a:gd name="adj2" fmla="val -1027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Crawler trigged every day at set time to check the Resellers websites</a:t>
            </a:r>
            <a:endParaRPr lang="en-IN" sz="1400" dirty="0"/>
          </a:p>
          <a:p>
            <a:pPr algn="ctr"/>
            <a:endParaRPr lang="en-IN" dirty="0"/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9FE16C88-39B5-ECFC-5248-195E70A65FBA}"/>
              </a:ext>
            </a:extLst>
          </p:cNvPr>
          <p:cNvSpPr/>
          <p:nvPr/>
        </p:nvSpPr>
        <p:spPr>
          <a:xfrm>
            <a:off x="968709" y="1742653"/>
            <a:ext cx="1733005" cy="3214699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Tool / System</a:t>
            </a:r>
          </a:p>
          <a:p>
            <a:pPr algn="ctr"/>
            <a:r>
              <a:rPr lang="en-US" dirty="0"/>
              <a:t>Crawler:</a:t>
            </a:r>
          </a:p>
          <a:p>
            <a:pPr algn="ctr"/>
            <a:r>
              <a:rPr lang="en-US" dirty="0"/>
              <a:t> Takes reference from SKU Table and Seller Mapping Table </a:t>
            </a:r>
          </a:p>
          <a:p>
            <a:pPr algn="ctr"/>
            <a:endParaRPr lang="en-US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F8A9D022-5084-A6A6-26F9-8DA0C08ABB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2756360"/>
              </p:ext>
            </p:extLst>
          </p:nvPr>
        </p:nvGraphicFramePr>
        <p:xfrm>
          <a:off x="7850817" y="1606298"/>
          <a:ext cx="3549475" cy="3923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DC72351-7EBE-DCBD-9658-EA6966CB893B}"/>
              </a:ext>
            </a:extLst>
          </p:cNvPr>
          <p:cNvCxnSpPr>
            <a:cxnSpLocks/>
          </p:cNvCxnSpPr>
          <p:nvPr/>
        </p:nvCxnSpPr>
        <p:spPr>
          <a:xfrm>
            <a:off x="2669576" y="3416300"/>
            <a:ext cx="4791035" cy="12700"/>
          </a:xfrm>
          <a:prstGeom prst="bentConnector3">
            <a:avLst>
              <a:gd name="adj1" fmla="val 10130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04F885B-165E-763D-90BB-63E2DE703161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4456701" y="2579477"/>
            <a:ext cx="0" cy="849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peech Bubble: Rectangle with Corners Rounded 41">
            <a:extLst>
              <a:ext uri="{FF2B5EF4-FFF2-40B4-BE49-F238E27FC236}">
                <a16:creationId xmlns:a16="http://schemas.microsoft.com/office/drawing/2014/main" id="{8EB5E815-A500-56ED-5394-D34B4F5DDC37}"/>
              </a:ext>
            </a:extLst>
          </p:cNvPr>
          <p:cNvSpPr/>
          <p:nvPr/>
        </p:nvSpPr>
        <p:spPr>
          <a:xfrm>
            <a:off x="3028426" y="156177"/>
            <a:ext cx="3598877" cy="1171109"/>
          </a:xfrm>
          <a:prstGeom prst="wedgeRoundRectCallout">
            <a:avLst>
              <a:gd name="adj1" fmla="val -14539"/>
              <a:gd name="adj2" fmla="val 9616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Fuzzy Logic : SKU And </a:t>
            </a:r>
          </a:p>
          <a:p>
            <a:pPr algn="ctr"/>
            <a:r>
              <a:rPr lang="en-US" dirty="0"/>
              <a:t>Seller Name or </a:t>
            </a:r>
            <a:r>
              <a:rPr lang="en-IN" dirty="0" err="1"/>
              <a:t>Homologated_Name</a:t>
            </a:r>
            <a:r>
              <a:rPr lang="en-IN" dirty="0"/>
              <a:t> is True</a:t>
            </a:r>
          </a:p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4A8A70-ABFE-9A14-0D4C-F431C01B040B}"/>
              </a:ext>
            </a:extLst>
          </p:cNvPr>
          <p:cNvCxnSpPr>
            <a:cxnSpLocks/>
          </p:cNvCxnSpPr>
          <p:nvPr/>
        </p:nvCxnSpPr>
        <p:spPr>
          <a:xfrm>
            <a:off x="5145874" y="2270084"/>
            <a:ext cx="2314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7A4896D-39E7-8520-0F86-79532EA4769B}"/>
              </a:ext>
            </a:extLst>
          </p:cNvPr>
          <p:cNvSpPr txBox="1"/>
          <p:nvPr/>
        </p:nvSpPr>
        <p:spPr>
          <a:xfrm>
            <a:off x="5506260" y="1923491"/>
            <a:ext cx="1902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is populated</a:t>
            </a:r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DF81D4-9293-213E-159F-148C708063B2}"/>
              </a:ext>
            </a:extLst>
          </p:cNvPr>
          <p:cNvSpPr txBox="1"/>
          <p:nvPr/>
        </p:nvSpPr>
        <p:spPr>
          <a:xfrm>
            <a:off x="8380602" y="556351"/>
            <a:ext cx="2592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Data Base</a:t>
            </a:r>
            <a:endParaRPr lang="en-IN" sz="3600" b="1" dirty="0">
              <a:solidFill>
                <a:schemeClr val="bg1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76628BF-3B0A-42AE-1DC2-E46F62EACC09}"/>
              </a:ext>
            </a:extLst>
          </p:cNvPr>
          <p:cNvCxnSpPr>
            <a:stCxn id="4" idx="4"/>
          </p:cNvCxnSpPr>
          <p:nvPr/>
        </p:nvCxnSpPr>
        <p:spPr>
          <a:xfrm>
            <a:off x="11617557" y="3216659"/>
            <a:ext cx="574443" cy="2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39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ylinder 4">
            <a:extLst>
              <a:ext uri="{FF2B5EF4-FFF2-40B4-BE49-F238E27FC236}">
                <a16:creationId xmlns:a16="http://schemas.microsoft.com/office/drawing/2014/main" id="{E0691EE1-7439-81C3-89D1-F95FAE3E1E7E}"/>
              </a:ext>
            </a:extLst>
          </p:cNvPr>
          <p:cNvSpPr/>
          <p:nvPr/>
        </p:nvSpPr>
        <p:spPr>
          <a:xfrm>
            <a:off x="1244369" y="342910"/>
            <a:ext cx="4156946" cy="55629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4A32649-ED3B-FEFA-607A-609C51DC57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5125090"/>
              </p:ext>
            </p:extLst>
          </p:nvPr>
        </p:nvGraphicFramePr>
        <p:xfrm>
          <a:off x="1634575" y="1514019"/>
          <a:ext cx="3549475" cy="3923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C544EB-ECF6-62EC-85A5-FDE4A818ECCB}"/>
              </a:ext>
            </a:extLst>
          </p:cNvPr>
          <p:cNvSpPr txBox="1"/>
          <p:nvPr/>
        </p:nvSpPr>
        <p:spPr>
          <a:xfrm>
            <a:off x="2164360" y="464072"/>
            <a:ext cx="2592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Data Base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1D140CE9-ADF0-92C3-8AE9-2C9E3B8A221D}"/>
              </a:ext>
            </a:extLst>
          </p:cNvPr>
          <p:cNvSpPr/>
          <p:nvPr/>
        </p:nvSpPr>
        <p:spPr>
          <a:xfrm>
            <a:off x="5677269" y="141031"/>
            <a:ext cx="3100251" cy="1227908"/>
          </a:xfrm>
          <a:prstGeom prst="wedgeEllipseCallout">
            <a:avLst>
              <a:gd name="adj1" fmla="val 20295"/>
              <a:gd name="adj2" fmla="val 1489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Logic check:</a:t>
            </a:r>
          </a:p>
          <a:p>
            <a:pPr algn="ctr"/>
            <a:r>
              <a:rPr lang="en-US" sz="1400" dirty="0"/>
              <a:t>SAP&lt; MAP</a:t>
            </a:r>
          </a:p>
          <a:p>
            <a:pPr algn="ctr"/>
            <a:r>
              <a:rPr lang="en-US" sz="1400" dirty="0"/>
              <a:t>OR</a:t>
            </a:r>
          </a:p>
          <a:p>
            <a:pPr algn="ctr"/>
            <a:r>
              <a:rPr lang="en-IN" sz="1400" dirty="0"/>
              <a:t>Promotional Price &lt; LPP </a:t>
            </a:r>
          </a:p>
          <a:p>
            <a:pPr algn="ctr"/>
            <a:endParaRPr lang="en-IN" dirty="0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BFB81B8E-45B6-D413-A85D-4ECD0A7F679F}"/>
              </a:ext>
            </a:extLst>
          </p:cNvPr>
          <p:cNvSpPr/>
          <p:nvPr/>
        </p:nvSpPr>
        <p:spPr>
          <a:xfrm>
            <a:off x="7219729" y="2594616"/>
            <a:ext cx="3330030" cy="2264173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Tool/ System:</a:t>
            </a:r>
          </a:p>
          <a:p>
            <a:pPr algn="ctr"/>
            <a:r>
              <a:rPr lang="en-US" dirty="0"/>
              <a:t>References Price </a:t>
            </a:r>
            <a:r>
              <a:rPr lang="en-US" dirty="0" err="1"/>
              <a:t>Montitoring</a:t>
            </a:r>
            <a:r>
              <a:rPr lang="en-US" dirty="0"/>
              <a:t> table and Seller table that is populated in the Data Base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E1066C-43CF-E3D0-C106-41B65EE59D31}"/>
              </a:ext>
            </a:extLst>
          </p:cNvPr>
          <p:cNvCxnSpPr/>
          <p:nvPr/>
        </p:nvCxnSpPr>
        <p:spPr>
          <a:xfrm>
            <a:off x="681913" y="3478732"/>
            <a:ext cx="574443" cy="2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CC2DF5-ABAE-6BE7-A828-81EC4D91308D}"/>
              </a:ext>
            </a:extLst>
          </p:cNvPr>
          <p:cNvCxnSpPr>
            <a:cxnSpLocks/>
          </p:cNvCxnSpPr>
          <p:nvPr/>
        </p:nvCxnSpPr>
        <p:spPr>
          <a:xfrm flipH="1">
            <a:off x="5401315" y="3761773"/>
            <a:ext cx="1826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68B94D1-664E-40FB-1226-ACDC8FF837F3}"/>
              </a:ext>
            </a:extLst>
          </p:cNvPr>
          <p:cNvSpPr/>
          <p:nvPr/>
        </p:nvSpPr>
        <p:spPr>
          <a:xfrm>
            <a:off x="9549113" y="787237"/>
            <a:ext cx="2500132" cy="14684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Automation:</a:t>
            </a:r>
          </a:p>
          <a:p>
            <a:pPr algn="ctr"/>
            <a:r>
              <a:rPr lang="en-IN" dirty="0"/>
              <a:t>Send violation email to seller 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C46061-0662-71D5-A937-F7638ED8A6A2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8762035" y="819614"/>
            <a:ext cx="787078" cy="701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4336DA3-B240-2F9C-2CC4-2CA631C8FD8D}"/>
              </a:ext>
            </a:extLst>
          </p:cNvPr>
          <p:cNvSpPr txBox="1"/>
          <p:nvPr/>
        </p:nvSpPr>
        <p:spPr>
          <a:xfrm>
            <a:off x="8517089" y="1075919"/>
            <a:ext cx="121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en-IN" dirty="0"/>
          </a:p>
        </p:txBody>
      </p:sp>
      <p:sp>
        <p:nvSpPr>
          <p:cNvPr id="26" name="Speech Bubble: Oval 25">
            <a:extLst>
              <a:ext uri="{FF2B5EF4-FFF2-40B4-BE49-F238E27FC236}">
                <a16:creationId xmlns:a16="http://schemas.microsoft.com/office/drawing/2014/main" id="{62041695-A236-BDF1-1BAA-9519BA4FCEB5}"/>
              </a:ext>
            </a:extLst>
          </p:cNvPr>
          <p:cNvSpPr/>
          <p:nvPr/>
        </p:nvSpPr>
        <p:spPr>
          <a:xfrm>
            <a:off x="5266482" y="5106016"/>
            <a:ext cx="4375229" cy="1468404"/>
          </a:xfrm>
          <a:prstGeom prst="wedgeEllipseCallout">
            <a:avLst>
              <a:gd name="adj1" fmla="val 10733"/>
              <a:gd name="adj2" fmla="val -651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 checks Price Monitoring Table everyday if (SKU + Violation date + Seller Name or Homologated Name)&gt; 3</a:t>
            </a:r>
            <a:endParaRPr lang="en-IN" dirty="0"/>
          </a:p>
        </p:txBody>
      </p:sp>
      <p:sp>
        <p:nvSpPr>
          <p:cNvPr id="27" name="Hexagon 26">
            <a:extLst>
              <a:ext uri="{FF2B5EF4-FFF2-40B4-BE49-F238E27FC236}">
                <a16:creationId xmlns:a16="http://schemas.microsoft.com/office/drawing/2014/main" id="{BD91D62F-3F20-7BDE-28D1-9B1BEA288C43}"/>
              </a:ext>
            </a:extLst>
          </p:cNvPr>
          <p:cNvSpPr/>
          <p:nvPr/>
        </p:nvSpPr>
        <p:spPr>
          <a:xfrm>
            <a:off x="10131707" y="5243726"/>
            <a:ext cx="2060293" cy="1215342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Suspend the Category of the seller</a:t>
            </a:r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13C0ED-EE7C-E134-A3F5-96C146C2853D}"/>
              </a:ext>
            </a:extLst>
          </p:cNvPr>
          <p:cNvCxnSpPr>
            <a:stCxn id="26" idx="6"/>
            <a:endCxn id="27" idx="3"/>
          </p:cNvCxnSpPr>
          <p:nvPr/>
        </p:nvCxnSpPr>
        <p:spPr>
          <a:xfrm>
            <a:off x="9641711" y="5840218"/>
            <a:ext cx="489996" cy="11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17735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{AD78F205-F1D4-40B0-A95F-EFE289B23CD3}TFc3084226-2d0c-440f-9f46-6b48c7a7f670e6ba4a85-fc4a2881d6b3</Template>
  <TotalTime>148</TotalTime>
  <Words>167</Words>
  <Application>Microsoft Office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Franklin Gothic Book</vt:lpstr>
      <vt:lpstr>Crop</vt:lpstr>
      <vt:lpstr>MAP tracking &amp; monitoring system</vt:lpstr>
      <vt:lpstr>Architecture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Anritha Ebenezer</dc:creator>
  <cp:lastModifiedBy>Anritha Ebenezer</cp:lastModifiedBy>
  <cp:revision>1</cp:revision>
  <dcterms:created xsi:type="dcterms:W3CDTF">2026-09-17T11:35:11Z</dcterms:created>
  <dcterms:modified xsi:type="dcterms:W3CDTF">2026-09-17T14:03:30Z</dcterms:modified>
</cp:coreProperties>
</file>